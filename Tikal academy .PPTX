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1229B1-907F-40E3-BC6B-CCFDD98E537F}">
          <p14:sldIdLst>
            <p14:sldId id="256"/>
            <p14:sldId id="269"/>
            <p14:sldId id="257"/>
            <p14:sldId id="258"/>
            <p14:sldId id="259"/>
            <p14:sldId id="260"/>
            <p14:sldId id="261"/>
            <p14:sldId id="262"/>
            <p14:sldId id="267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 Virlan" userId="563038511b45f6e8" providerId="LiveId" clId="{825EB8F7-F1FC-44E1-BD5A-C4D2510EA0AF}"/>
    <pc:docChg chg="undo custSel addSld delSld modSld addSection delSection modSection">
      <pc:chgData name="Alexandru Virlan" userId="563038511b45f6e8" providerId="LiveId" clId="{825EB8F7-F1FC-44E1-BD5A-C4D2510EA0AF}" dt="2023-11-03T19:39:47.703" v="6981" actId="20577"/>
      <pc:docMkLst>
        <pc:docMk/>
      </pc:docMkLst>
      <pc:sldChg chg="modSp new mod modAnim">
        <pc:chgData name="Alexandru Virlan" userId="563038511b45f6e8" providerId="LiveId" clId="{825EB8F7-F1FC-44E1-BD5A-C4D2510EA0AF}" dt="2023-10-29T12:55:10.435" v="2161" actId="207"/>
        <pc:sldMkLst>
          <pc:docMk/>
          <pc:sldMk cId="1292646286" sldId="256"/>
        </pc:sldMkLst>
        <pc:spChg chg="mod">
          <ac:chgData name="Alexandru Virlan" userId="563038511b45f6e8" providerId="LiveId" clId="{825EB8F7-F1FC-44E1-BD5A-C4D2510EA0AF}" dt="2023-10-29T12:54:30.905" v="2156" actId="207"/>
          <ac:spMkLst>
            <pc:docMk/>
            <pc:sldMk cId="1292646286" sldId="256"/>
            <ac:spMk id="2" creationId="{0414C4D6-251D-453F-9548-5393F1AE60AC}"/>
          </ac:spMkLst>
        </pc:spChg>
        <pc:spChg chg="mod">
          <ac:chgData name="Alexandru Virlan" userId="563038511b45f6e8" providerId="LiveId" clId="{825EB8F7-F1FC-44E1-BD5A-C4D2510EA0AF}" dt="2023-10-29T12:55:10.435" v="2161" actId="207"/>
          <ac:spMkLst>
            <pc:docMk/>
            <pc:sldMk cId="1292646286" sldId="256"/>
            <ac:spMk id="3" creationId="{6076FD5A-0F23-4B68-A37D-963100E63DE3}"/>
          </ac:spMkLst>
        </pc:spChg>
      </pc:sldChg>
      <pc:sldChg chg="new del">
        <pc:chgData name="Alexandru Virlan" userId="563038511b45f6e8" providerId="LiveId" clId="{825EB8F7-F1FC-44E1-BD5A-C4D2510EA0AF}" dt="2023-10-27T17:38:11.007" v="106" actId="2696"/>
        <pc:sldMkLst>
          <pc:docMk/>
          <pc:sldMk cId="1142549620" sldId="257"/>
        </pc:sldMkLst>
      </pc:sldChg>
      <pc:sldChg chg="addSp delSp modSp new mod modAnim">
        <pc:chgData name="Alexandru Virlan" userId="563038511b45f6e8" providerId="LiveId" clId="{825EB8F7-F1FC-44E1-BD5A-C4D2510EA0AF}" dt="2023-10-29T19:14:05.278" v="6623" actId="1076"/>
        <pc:sldMkLst>
          <pc:docMk/>
          <pc:sldMk cId="4230179998" sldId="257"/>
        </pc:sldMkLst>
        <pc:spChg chg="mod">
          <ac:chgData name="Alexandru Virlan" userId="563038511b45f6e8" providerId="LiveId" clId="{825EB8F7-F1FC-44E1-BD5A-C4D2510EA0AF}" dt="2023-10-29T17:40:23.361" v="5390" actId="20577"/>
          <ac:spMkLst>
            <pc:docMk/>
            <pc:sldMk cId="4230179998" sldId="257"/>
            <ac:spMk id="2" creationId="{3C4994C1-EB15-411A-986A-28F85F26FD30}"/>
          </ac:spMkLst>
        </pc:spChg>
        <pc:spChg chg="mod">
          <ac:chgData name="Alexandru Virlan" userId="563038511b45f6e8" providerId="LiveId" clId="{825EB8F7-F1FC-44E1-BD5A-C4D2510EA0AF}" dt="2023-10-29T19:13:13.254" v="6615" actId="114"/>
          <ac:spMkLst>
            <pc:docMk/>
            <pc:sldMk cId="4230179998" sldId="257"/>
            <ac:spMk id="3" creationId="{2504BA3E-40C3-43AD-8DEF-638CD539BC42}"/>
          </ac:spMkLst>
        </pc:spChg>
        <pc:picChg chg="add del mod">
          <ac:chgData name="Alexandru Virlan" userId="563038511b45f6e8" providerId="LiveId" clId="{825EB8F7-F1FC-44E1-BD5A-C4D2510EA0AF}" dt="2023-10-28T06:02:07.842" v="1301" actId="478"/>
          <ac:picMkLst>
            <pc:docMk/>
            <pc:sldMk cId="4230179998" sldId="257"/>
            <ac:picMk id="5" creationId="{A3BFC9D4-0EF7-4D2B-87A7-CEC5C7B2E07B}"/>
          </ac:picMkLst>
        </pc:picChg>
        <pc:picChg chg="add mod">
          <ac:chgData name="Alexandru Virlan" userId="563038511b45f6e8" providerId="LiveId" clId="{825EB8F7-F1FC-44E1-BD5A-C4D2510EA0AF}" dt="2023-10-29T19:14:05.278" v="6623" actId="1076"/>
          <ac:picMkLst>
            <pc:docMk/>
            <pc:sldMk cId="4230179998" sldId="257"/>
            <ac:picMk id="6" creationId="{0CF57D19-5AC2-41B7-8DDB-FB1E3DF3FD9A}"/>
          </ac:picMkLst>
        </pc:picChg>
      </pc:sldChg>
      <pc:sldChg chg="addSp modSp new mod modAnim">
        <pc:chgData name="Alexandru Virlan" userId="563038511b45f6e8" providerId="LiveId" clId="{825EB8F7-F1FC-44E1-BD5A-C4D2510EA0AF}" dt="2023-11-03T19:35:10.631" v="6924" actId="20577"/>
        <pc:sldMkLst>
          <pc:docMk/>
          <pc:sldMk cId="4168380715" sldId="258"/>
        </pc:sldMkLst>
        <pc:spChg chg="mod">
          <ac:chgData name="Alexandru Virlan" userId="563038511b45f6e8" providerId="LiveId" clId="{825EB8F7-F1FC-44E1-BD5A-C4D2510EA0AF}" dt="2023-10-29T17:40:28.709" v="5392" actId="20577"/>
          <ac:spMkLst>
            <pc:docMk/>
            <pc:sldMk cId="4168380715" sldId="258"/>
            <ac:spMk id="2" creationId="{63276E51-366B-4226-9371-3155AD2A0E54}"/>
          </ac:spMkLst>
        </pc:spChg>
        <pc:spChg chg="mod">
          <ac:chgData name="Alexandru Virlan" userId="563038511b45f6e8" providerId="LiveId" clId="{825EB8F7-F1FC-44E1-BD5A-C4D2510EA0AF}" dt="2023-11-03T19:35:10.631" v="6924" actId="20577"/>
          <ac:spMkLst>
            <pc:docMk/>
            <pc:sldMk cId="4168380715" sldId="258"/>
            <ac:spMk id="3" creationId="{C2766D3D-372A-450C-A8A7-6FC7EDF68791}"/>
          </ac:spMkLst>
        </pc:spChg>
        <pc:picChg chg="add mod">
          <ac:chgData name="Alexandru Virlan" userId="563038511b45f6e8" providerId="LiveId" clId="{825EB8F7-F1FC-44E1-BD5A-C4D2510EA0AF}" dt="2023-10-29T12:26:54.595" v="1856" actId="1076"/>
          <ac:picMkLst>
            <pc:docMk/>
            <pc:sldMk cId="4168380715" sldId="258"/>
            <ac:picMk id="5" creationId="{2C21933B-7004-4B69-AC12-49656301D78F}"/>
          </ac:picMkLst>
        </pc:picChg>
      </pc:sldChg>
      <pc:sldChg chg="addSp delSp modSp new mod modAnim">
        <pc:chgData name="Alexandru Virlan" userId="563038511b45f6e8" providerId="LiveId" clId="{825EB8F7-F1FC-44E1-BD5A-C4D2510EA0AF}" dt="2023-11-01T17:22:17.867" v="6827" actId="313"/>
        <pc:sldMkLst>
          <pc:docMk/>
          <pc:sldMk cId="963036316" sldId="259"/>
        </pc:sldMkLst>
        <pc:spChg chg="mod">
          <ac:chgData name="Alexandru Virlan" userId="563038511b45f6e8" providerId="LiveId" clId="{825EB8F7-F1FC-44E1-BD5A-C4D2510EA0AF}" dt="2023-10-29T17:40:32.292" v="5394" actId="20577"/>
          <ac:spMkLst>
            <pc:docMk/>
            <pc:sldMk cId="963036316" sldId="259"/>
            <ac:spMk id="2" creationId="{20B9AA83-16D8-4B15-A6AB-D72AD5922B2F}"/>
          </ac:spMkLst>
        </pc:spChg>
        <pc:spChg chg="mod">
          <ac:chgData name="Alexandru Virlan" userId="563038511b45f6e8" providerId="LiveId" clId="{825EB8F7-F1FC-44E1-BD5A-C4D2510EA0AF}" dt="2023-11-01T17:22:17.867" v="6827" actId="313"/>
          <ac:spMkLst>
            <pc:docMk/>
            <pc:sldMk cId="963036316" sldId="259"/>
            <ac:spMk id="3" creationId="{46AA962D-93BF-4559-B39F-9639E9FC5A03}"/>
          </ac:spMkLst>
        </pc:spChg>
        <pc:picChg chg="add del mod">
          <ac:chgData name="Alexandru Virlan" userId="563038511b45f6e8" providerId="LiveId" clId="{825EB8F7-F1FC-44E1-BD5A-C4D2510EA0AF}" dt="2023-10-27T18:38:19.009" v="1257" actId="931"/>
          <ac:picMkLst>
            <pc:docMk/>
            <pc:sldMk cId="963036316" sldId="259"/>
            <ac:picMk id="5" creationId="{CDC4ECAF-1918-4B7E-96A9-564F82FA4E2B}"/>
          </ac:picMkLst>
        </pc:picChg>
        <pc:picChg chg="add mod">
          <ac:chgData name="Alexandru Virlan" userId="563038511b45f6e8" providerId="LiveId" clId="{825EB8F7-F1FC-44E1-BD5A-C4D2510EA0AF}" dt="2023-10-29T19:23:00.694" v="6680" actId="1076"/>
          <ac:picMkLst>
            <pc:docMk/>
            <pc:sldMk cId="963036316" sldId="259"/>
            <ac:picMk id="7" creationId="{80B69070-CE88-49EC-8D75-328EA340C220}"/>
          </ac:picMkLst>
        </pc:picChg>
      </pc:sldChg>
      <pc:sldChg chg="addSp delSp modSp new mod delAnim modAnim">
        <pc:chgData name="Alexandru Virlan" userId="563038511b45f6e8" providerId="LiveId" clId="{825EB8F7-F1FC-44E1-BD5A-C4D2510EA0AF}" dt="2023-10-29T19:22:32.990" v="6679"/>
        <pc:sldMkLst>
          <pc:docMk/>
          <pc:sldMk cId="2135648077" sldId="260"/>
        </pc:sldMkLst>
        <pc:spChg chg="mod">
          <ac:chgData name="Alexandru Virlan" userId="563038511b45f6e8" providerId="LiveId" clId="{825EB8F7-F1FC-44E1-BD5A-C4D2510EA0AF}" dt="2023-10-29T17:40:35.843" v="5396" actId="20577"/>
          <ac:spMkLst>
            <pc:docMk/>
            <pc:sldMk cId="2135648077" sldId="260"/>
            <ac:spMk id="2" creationId="{5C706BC2-6835-43D6-87E3-5F9EA4AF3EE2}"/>
          </ac:spMkLst>
        </pc:spChg>
        <pc:spChg chg="mod">
          <ac:chgData name="Alexandru Virlan" userId="563038511b45f6e8" providerId="LiveId" clId="{825EB8F7-F1FC-44E1-BD5A-C4D2510EA0AF}" dt="2023-10-29T19:20:04.104" v="6665" actId="20577"/>
          <ac:spMkLst>
            <pc:docMk/>
            <pc:sldMk cId="2135648077" sldId="260"/>
            <ac:spMk id="3" creationId="{8FE3ED40-47CB-4852-BB47-C7CD593ADF25}"/>
          </ac:spMkLst>
        </pc:spChg>
        <pc:spChg chg="add del mod">
          <ac:chgData name="Alexandru Virlan" userId="563038511b45f6e8" providerId="LiveId" clId="{825EB8F7-F1FC-44E1-BD5A-C4D2510EA0AF}" dt="2023-10-29T12:51:29.494" v="2132" actId="767"/>
          <ac:spMkLst>
            <pc:docMk/>
            <pc:sldMk cId="2135648077" sldId="260"/>
            <ac:spMk id="4" creationId="{41461EF9-547D-4830-8D29-0A9DA6ECBFC8}"/>
          </ac:spMkLst>
        </pc:spChg>
        <pc:spChg chg="add del mod">
          <ac:chgData name="Alexandru Virlan" userId="563038511b45f6e8" providerId="LiveId" clId="{825EB8F7-F1FC-44E1-BD5A-C4D2510EA0AF}" dt="2023-10-29T12:51:30.890" v="2134" actId="767"/>
          <ac:spMkLst>
            <pc:docMk/>
            <pc:sldMk cId="2135648077" sldId="260"/>
            <ac:spMk id="6" creationId="{DA2DDB5E-CA52-45A4-AFE1-2507526B5939}"/>
          </ac:spMkLst>
        </pc:spChg>
        <pc:spChg chg="add del mod">
          <ac:chgData name="Alexandru Virlan" userId="563038511b45f6e8" providerId="LiveId" clId="{825EB8F7-F1FC-44E1-BD5A-C4D2510EA0AF}" dt="2023-10-29T12:51:52.454" v="2144" actId="33987"/>
          <ac:spMkLst>
            <pc:docMk/>
            <pc:sldMk cId="2135648077" sldId="260"/>
            <ac:spMk id="7" creationId="{84CDF295-C287-4223-BBEA-554C429A8209}"/>
          </ac:spMkLst>
        </pc:spChg>
        <pc:spChg chg="add del">
          <ac:chgData name="Alexandru Virlan" userId="563038511b45f6e8" providerId="LiveId" clId="{825EB8F7-F1FC-44E1-BD5A-C4D2510EA0AF}" dt="2023-10-29T12:51:51.745" v="2143" actId="22"/>
          <ac:spMkLst>
            <pc:docMk/>
            <pc:sldMk cId="2135648077" sldId="260"/>
            <ac:spMk id="9" creationId="{64DE0E61-7BC0-4690-B6EC-481DEF7E8359}"/>
          </ac:spMkLst>
        </pc:spChg>
        <pc:spChg chg="add del mod">
          <ac:chgData name="Alexandru Virlan" userId="563038511b45f6e8" providerId="LiveId" clId="{825EB8F7-F1FC-44E1-BD5A-C4D2510EA0AF}" dt="2023-10-29T12:52:33.600" v="2151" actId="33987"/>
          <ac:spMkLst>
            <pc:docMk/>
            <pc:sldMk cId="2135648077" sldId="260"/>
            <ac:spMk id="10" creationId="{2AFD7279-FCC0-4C31-9F4E-287C179256D3}"/>
          </ac:spMkLst>
        </pc:spChg>
        <pc:picChg chg="add del mod">
          <ac:chgData name="Alexandru Virlan" userId="563038511b45f6e8" providerId="LiveId" clId="{825EB8F7-F1FC-44E1-BD5A-C4D2510EA0AF}" dt="2023-10-29T19:19:41.506" v="6640" actId="478"/>
          <ac:picMkLst>
            <pc:docMk/>
            <pc:sldMk cId="2135648077" sldId="260"/>
            <ac:picMk id="5" creationId="{E8B10F54-D69F-4B70-B064-43D350BE5DAE}"/>
          </ac:picMkLst>
        </pc:picChg>
        <pc:picChg chg="add del mod">
          <ac:chgData name="Alexandru Virlan" userId="563038511b45f6e8" providerId="LiveId" clId="{825EB8F7-F1FC-44E1-BD5A-C4D2510EA0AF}" dt="2023-10-29T19:16:38.449" v="6625" actId="931"/>
          <ac:picMkLst>
            <pc:docMk/>
            <pc:sldMk cId="2135648077" sldId="260"/>
            <ac:picMk id="12" creationId="{A6E06511-E69D-499B-A7B0-065CC55B5D9E}"/>
          </ac:picMkLst>
        </pc:picChg>
        <pc:picChg chg="add mod">
          <ac:chgData name="Alexandru Virlan" userId="563038511b45f6e8" providerId="LiveId" clId="{825EB8F7-F1FC-44E1-BD5A-C4D2510EA0AF}" dt="2023-10-29T19:18:48.272" v="6635" actId="1076"/>
          <ac:picMkLst>
            <pc:docMk/>
            <pc:sldMk cId="2135648077" sldId="260"/>
            <ac:picMk id="14" creationId="{7C9C99B9-DE74-4B4D-9C2F-5CF1FC081B5E}"/>
          </ac:picMkLst>
        </pc:picChg>
      </pc:sldChg>
      <pc:sldChg chg="addSp delSp modSp new del mod">
        <pc:chgData name="Alexandru Virlan" userId="563038511b45f6e8" providerId="LiveId" clId="{825EB8F7-F1FC-44E1-BD5A-C4D2510EA0AF}" dt="2023-10-29T15:13:23.341" v="3948" actId="680"/>
        <pc:sldMkLst>
          <pc:docMk/>
          <pc:sldMk cId="2250727935" sldId="261"/>
        </pc:sldMkLst>
        <pc:spChg chg="add del">
          <ac:chgData name="Alexandru Virlan" userId="563038511b45f6e8" providerId="LiveId" clId="{825EB8F7-F1FC-44E1-BD5A-C4D2510EA0AF}" dt="2023-10-29T15:13:22.853" v="3947" actId="1957"/>
          <ac:spMkLst>
            <pc:docMk/>
            <pc:sldMk cId="2250727935" sldId="261"/>
            <ac:spMk id="3" creationId="{992703DD-983C-49BF-9023-FAFD30FE4A20}"/>
          </ac:spMkLst>
        </pc:spChg>
        <pc:graphicFrameChg chg="add del mod">
          <ac:chgData name="Alexandru Virlan" userId="563038511b45f6e8" providerId="LiveId" clId="{825EB8F7-F1FC-44E1-BD5A-C4D2510EA0AF}" dt="2023-10-29T15:13:22.853" v="3947" actId="1957"/>
          <ac:graphicFrameMkLst>
            <pc:docMk/>
            <pc:sldMk cId="2250727935" sldId="261"/>
            <ac:graphicFrameMk id="6" creationId="{402B0994-5A43-48F0-8D97-A0B25F98FA0E}"/>
          </ac:graphicFrameMkLst>
        </pc:graphicFrameChg>
      </pc:sldChg>
      <pc:sldChg chg="addSp delSp modSp new del mod">
        <pc:chgData name="Alexandru Virlan" userId="563038511b45f6e8" providerId="LiveId" clId="{825EB8F7-F1FC-44E1-BD5A-C4D2510EA0AF}" dt="2023-10-29T15:05:13.851" v="3859" actId="47"/>
        <pc:sldMkLst>
          <pc:docMk/>
          <pc:sldMk cId="2661632927" sldId="261"/>
        </pc:sldMkLst>
        <pc:spChg chg="del">
          <ac:chgData name="Alexandru Virlan" userId="563038511b45f6e8" providerId="LiveId" clId="{825EB8F7-F1FC-44E1-BD5A-C4D2510EA0AF}" dt="2023-10-29T15:02:07.707" v="3767" actId="1032"/>
          <ac:spMkLst>
            <pc:docMk/>
            <pc:sldMk cId="2661632927" sldId="261"/>
            <ac:spMk id="3" creationId="{566C901B-F256-45C7-885C-5E278755CF78}"/>
          </ac:spMkLst>
        </pc:spChg>
        <pc:spChg chg="add del mod">
          <ac:chgData name="Alexandru Virlan" userId="563038511b45f6e8" providerId="LiveId" clId="{825EB8F7-F1FC-44E1-BD5A-C4D2510EA0AF}" dt="2023-10-29T15:03:49.449" v="3809" actId="1032"/>
          <ac:spMkLst>
            <pc:docMk/>
            <pc:sldMk cId="2661632927" sldId="261"/>
            <ac:spMk id="6" creationId="{2ABB1736-7278-4032-A0B3-95FFD1A5D7E9}"/>
          </ac:spMkLst>
        </pc:spChg>
        <pc:spChg chg="add mod">
          <ac:chgData name="Alexandru Virlan" userId="563038511b45f6e8" providerId="LiveId" clId="{825EB8F7-F1FC-44E1-BD5A-C4D2510EA0AF}" dt="2023-10-29T15:03:53.955" v="3811"/>
          <ac:spMkLst>
            <pc:docMk/>
            <pc:sldMk cId="2661632927" sldId="261"/>
            <ac:spMk id="9" creationId="{138BDE69-813F-46AB-B859-A727F839034A}"/>
          </ac:spMkLst>
        </pc:spChg>
        <pc:spChg chg="add mod">
          <ac:chgData name="Alexandru Virlan" userId="563038511b45f6e8" providerId="LiveId" clId="{825EB8F7-F1FC-44E1-BD5A-C4D2510EA0AF}" dt="2023-10-29T15:05:09.342" v="3858"/>
          <ac:spMkLst>
            <pc:docMk/>
            <pc:sldMk cId="2661632927" sldId="261"/>
            <ac:spMk id="10" creationId="{91DDD643-A78B-43C9-936B-2BFBEBF38C21}"/>
          </ac:spMkLst>
        </pc:spChg>
        <pc:graphicFrameChg chg="add del mod modGraphic">
          <ac:chgData name="Alexandru Virlan" userId="563038511b45f6e8" providerId="LiveId" clId="{825EB8F7-F1FC-44E1-BD5A-C4D2510EA0AF}" dt="2023-10-29T15:02:50.416" v="3806" actId="21"/>
          <ac:graphicFrameMkLst>
            <pc:docMk/>
            <pc:sldMk cId="2661632927" sldId="261"/>
            <ac:graphicFrameMk id="4" creationId="{8AB9B2D9-7F5A-4EA7-9B9D-0FCD715BA47C}"/>
          </ac:graphicFrameMkLst>
        </pc:graphicFrameChg>
        <pc:graphicFrameChg chg="add del modGraphic">
          <ac:chgData name="Alexandru Virlan" userId="563038511b45f6e8" providerId="LiveId" clId="{825EB8F7-F1FC-44E1-BD5A-C4D2510EA0AF}" dt="2023-10-29T15:03:27.011" v="3808" actId="1032"/>
          <ac:graphicFrameMkLst>
            <pc:docMk/>
            <pc:sldMk cId="2661632927" sldId="261"/>
            <ac:graphicFrameMk id="7" creationId="{0BF05D73-097B-45F3-9125-4EFAA0F78B81}"/>
          </ac:graphicFrameMkLst>
        </pc:graphicFrameChg>
        <pc:graphicFrameChg chg="add mod modGraphic">
          <ac:chgData name="Alexandru Virlan" userId="563038511b45f6e8" providerId="LiveId" clId="{825EB8F7-F1FC-44E1-BD5A-C4D2510EA0AF}" dt="2023-10-29T15:04:59.848" v="3855" actId="12269"/>
          <ac:graphicFrameMkLst>
            <pc:docMk/>
            <pc:sldMk cId="2661632927" sldId="261"/>
            <ac:graphicFrameMk id="8" creationId="{CA6ECDF3-3C6D-44BA-9EF7-16C5F3865104}"/>
          </ac:graphicFrameMkLst>
        </pc:graphicFrameChg>
      </pc:sldChg>
      <pc:sldChg chg="addSp delSp modSp new del mod">
        <pc:chgData name="Alexandru Virlan" userId="563038511b45f6e8" providerId="LiveId" clId="{825EB8F7-F1FC-44E1-BD5A-C4D2510EA0AF}" dt="2023-10-29T15:09:16.196" v="3929" actId="680"/>
        <pc:sldMkLst>
          <pc:docMk/>
          <pc:sldMk cId="2796924054" sldId="261"/>
        </pc:sldMkLst>
        <pc:spChg chg="mod">
          <ac:chgData name="Alexandru Virlan" userId="563038511b45f6e8" providerId="LiveId" clId="{825EB8F7-F1FC-44E1-BD5A-C4D2510EA0AF}" dt="2023-10-29T15:09:15.396" v="3927" actId="20577"/>
          <ac:spMkLst>
            <pc:docMk/>
            <pc:sldMk cId="2796924054" sldId="261"/>
            <ac:spMk id="2" creationId="{3B4E94D4-9EE2-40F5-AB6C-0FE20CBD3A35}"/>
          </ac:spMkLst>
        </pc:spChg>
        <pc:spChg chg="add del">
          <ac:chgData name="Alexandru Virlan" userId="563038511b45f6e8" providerId="LiveId" clId="{825EB8F7-F1FC-44E1-BD5A-C4D2510EA0AF}" dt="2023-10-29T15:09:15.708" v="3928" actId="1032"/>
          <ac:spMkLst>
            <pc:docMk/>
            <pc:sldMk cId="2796924054" sldId="261"/>
            <ac:spMk id="3" creationId="{E9F46C53-7551-4430-9406-C0D996E6F1F0}"/>
          </ac:spMkLst>
        </pc:spChg>
        <pc:graphicFrameChg chg="add del modGraphic">
          <ac:chgData name="Alexandru Virlan" userId="563038511b45f6e8" providerId="LiveId" clId="{825EB8F7-F1FC-44E1-BD5A-C4D2510EA0AF}" dt="2023-10-29T15:05:39.294" v="3862" actId="1032"/>
          <ac:graphicFrameMkLst>
            <pc:docMk/>
            <pc:sldMk cId="2796924054" sldId="261"/>
            <ac:graphicFrameMk id="4" creationId="{B7CBB7D8-5FE3-4D27-A50A-7FA14489025F}"/>
          </ac:graphicFrameMkLst>
        </pc:graphicFrameChg>
        <pc:graphicFrameChg chg="add del mod modGraphic">
          <ac:chgData name="Alexandru Virlan" userId="563038511b45f6e8" providerId="LiveId" clId="{825EB8F7-F1FC-44E1-BD5A-C4D2510EA0AF}" dt="2023-10-29T15:09:15.708" v="3928" actId="1032"/>
          <ac:graphicFrameMkLst>
            <pc:docMk/>
            <pc:sldMk cId="2796924054" sldId="261"/>
            <ac:graphicFrameMk id="5" creationId="{1EC0E708-A27D-4F73-8A7D-9CAF8E6E6277}"/>
          </ac:graphicFrameMkLst>
        </pc:graphicFrameChg>
      </pc:sldChg>
      <pc:sldChg chg="addSp delSp modSp new mod delAnim modAnim">
        <pc:chgData name="Alexandru Virlan" userId="563038511b45f6e8" providerId="LiveId" clId="{825EB8F7-F1FC-44E1-BD5A-C4D2510EA0AF}" dt="2023-11-03T19:39:47.703" v="6981" actId="20577"/>
        <pc:sldMkLst>
          <pc:docMk/>
          <pc:sldMk cId="3866639810" sldId="261"/>
        </pc:sldMkLst>
        <pc:spChg chg="mod">
          <ac:chgData name="Alexandru Virlan" userId="563038511b45f6e8" providerId="LiveId" clId="{825EB8F7-F1FC-44E1-BD5A-C4D2510EA0AF}" dt="2023-10-29T17:40:39.499" v="5398" actId="20577"/>
          <ac:spMkLst>
            <pc:docMk/>
            <pc:sldMk cId="3866639810" sldId="261"/>
            <ac:spMk id="2" creationId="{9B674824-9394-44AE-AA5B-A9268F1FEBF4}"/>
          </ac:spMkLst>
        </pc:spChg>
        <pc:spChg chg="del">
          <ac:chgData name="Alexandru Virlan" userId="563038511b45f6e8" providerId="LiveId" clId="{825EB8F7-F1FC-44E1-BD5A-C4D2510EA0AF}" dt="2023-10-29T15:13:39.570" v="3950" actId="1032"/>
          <ac:spMkLst>
            <pc:docMk/>
            <pc:sldMk cId="3866639810" sldId="261"/>
            <ac:spMk id="3" creationId="{49BC7ECB-663A-451C-80AE-D3F85F757278}"/>
          </ac:spMkLst>
        </pc:spChg>
        <pc:graphicFrameChg chg="add mod modGraphic">
          <ac:chgData name="Alexandru Virlan" userId="563038511b45f6e8" providerId="LiveId" clId="{825EB8F7-F1FC-44E1-BD5A-C4D2510EA0AF}" dt="2023-11-03T19:37:43.087" v="6925"/>
          <ac:graphicFrameMkLst>
            <pc:docMk/>
            <pc:sldMk cId="3866639810" sldId="261"/>
            <ac:graphicFrameMk id="4" creationId="{51876B2D-8C6D-45BD-8D25-CAE8C2F9FBE8}"/>
          </ac:graphicFrameMkLst>
        </pc:graphicFrameChg>
        <pc:graphicFrameChg chg="add del mod modGraphic">
          <ac:chgData name="Alexandru Virlan" userId="563038511b45f6e8" providerId="LiveId" clId="{825EB8F7-F1FC-44E1-BD5A-C4D2510EA0AF}" dt="2023-10-29T15:17:17.668" v="4108" actId="1032"/>
          <ac:graphicFrameMkLst>
            <pc:docMk/>
            <pc:sldMk cId="3866639810" sldId="261"/>
            <ac:graphicFrameMk id="5" creationId="{E4E9523F-3E3C-48C0-9B44-0A2D93F44D98}"/>
          </ac:graphicFrameMkLst>
        </pc:graphicFrameChg>
        <pc:graphicFrameChg chg="add mod modGraphic">
          <ac:chgData name="Alexandru Virlan" userId="563038511b45f6e8" providerId="LiveId" clId="{825EB8F7-F1FC-44E1-BD5A-C4D2510EA0AF}" dt="2023-11-03T19:39:47.703" v="6981" actId="20577"/>
          <ac:graphicFrameMkLst>
            <pc:docMk/>
            <pc:sldMk cId="3866639810" sldId="261"/>
            <ac:graphicFrameMk id="6" creationId="{6E868AE6-8DC6-41E7-8FB1-51865722D2D2}"/>
          </ac:graphicFrameMkLst>
        </pc:graphicFrameChg>
        <pc:graphicFrameChg chg="add del modGraphic">
          <ac:chgData name="Alexandru Virlan" userId="563038511b45f6e8" providerId="LiveId" clId="{825EB8F7-F1FC-44E1-BD5A-C4D2510EA0AF}" dt="2023-10-29T17:33:58.751" v="5272" actId="1032"/>
          <ac:graphicFrameMkLst>
            <pc:docMk/>
            <pc:sldMk cId="3866639810" sldId="261"/>
            <ac:graphicFrameMk id="7" creationId="{FBA0B6E4-CF29-43FA-8778-CEDF3481A93C}"/>
          </ac:graphicFrameMkLst>
        </pc:graphicFrameChg>
        <pc:graphicFrameChg chg="add del modGraphic">
          <ac:chgData name="Alexandru Virlan" userId="563038511b45f6e8" providerId="LiveId" clId="{825EB8F7-F1FC-44E1-BD5A-C4D2510EA0AF}" dt="2023-10-29T17:34:17.032" v="5274" actId="1032"/>
          <ac:graphicFrameMkLst>
            <pc:docMk/>
            <pc:sldMk cId="3866639810" sldId="261"/>
            <ac:graphicFrameMk id="8" creationId="{1C394D28-AAF8-4B74-91A0-290F09906119}"/>
          </ac:graphicFrameMkLst>
        </pc:graphicFrameChg>
        <pc:graphicFrameChg chg="add mod modGraphic">
          <ac:chgData name="Alexandru Virlan" userId="563038511b45f6e8" providerId="LiveId" clId="{825EB8F7-F1FC-44E1-BD5A-C4D2510EA0AF}" dt="2023-10-29T17:38:30.900" v="5371" actId="20577"/>
          <ac:graphicFrameMkLst>
            <pc:docMk/>
            <pc:sldMk cId="3866639810" sldId="261"/>
            <ac:graphicFrameMk id="9" creationId="{A5CFBAD7-0D79-4C5E-9648-1FED708455E8}"/>
          </ac:graphicFrameMkLst>
        </pc:graphicFrameChg>
        <pc:picChg chg="add del mod">
          <ac:chgData name="Alexandru Virlan" userId="563038511b45f6e8" providerId="LiveId" clId="{825EB8F7-F1FC-44E1-BD5A-C4D2510EA0AF}" dt="2023-10-29T19:21:07.656" v="6668" actId="478"/>
          <ac:picMkLst>
            <pc:docMk/>
            <pc:sldMk cId="3866639810" sldId="261"/>
            <ac:picMk id="10" creationId="{0CDB1852-E8B8-407F-B6D3-6A3BF52D4EF3}"/>
          </ac:picMkLst>
        </pc:picChg>
      </pc:sldChg>
      <pc:sldChg chg="addSp delSp modSp new del mod delAnim modAnim">
        <pc:chgData name="Alexandru Virlan" userId="563038511b45f6e8" providerId="LiveId" clId="{825EB8F7-F1FC-44E1-BD5A-C4D2510EA0AF}" dt="2023-10-29T15:01:36.481" v="3765" actId="47"/>
        <pc:sldMkLst>
          <pc:docMk/>
          <pc:sldMk cId="3923518781" sldId="261"/>
        </pc:sldMkLst>
        <pc:spChg chg="mod">
          <ac:chgData name="Alexandru Virlan" userId="563038511b45f6e8" providerId="LiveId" clId="{825EB8F7-F1FC-44E1-BD5A-C4D2510EA0AF}" dt="2023-10-29T14:22:46.274" v="3314" actId="20577"/>
          <ac:spMkLst>
            <pc:docMk/>
            <pc:sldMk cId="3923518781" sldId="261"/>
            <ac:spMk id="2" creationId="{110DE294-0617-43CA-922C-B9CC5DD24F14}"/>
          </ac:spMkLst>
        </pc:spChg>
        <pc:spChg chg="add del">
          <ac:chgData name="Alexandru Virlan" userId="563038511b45f6e8" providerId="LiveId" clId="{825EB8F7-F1FC-44E1-BD5A-C4D2510EA0AF}" dt="2023-10-29T13:59:58.956" v="2725" actId="1032"/>
          <ac:spMkLst>
            <pc:docMk/>
            <pc:sldMk cId="3923518781" sldId="261"/>
            <ac:spMk id="3" creationId="{F39BAC9D-8B21-4BBB-ACAE-7286179FE9E6}"/>
          </ac:spMkLst>
        </pc:spChg>
        <pc:spChg chg="add del mod">
          <ac:chgData name="Alexandru Virlan" userId="563038511b45f6e8" providerId="LiveId" clId="{825EB8F7-F1FC-44E1-BD5A-C4D2510EA0AF}" dt="2023-10-29T14:18:13.588" v="3139" actId="1032"/>
          <ac:spMkLst>
            <pc:docMk/>
            <pc:sldMk cId="3923518781" sldId="261"/>
            <ac:spMk id="20" creationId="{83DA9571-46FC-4F1C-87C5-CDE44D98ED21}"/>
          </ac:spMkLst>
        </pc:spChg>
        <pc:spChg chg="add del mod">
          <ac:chgData name="Alexandru Virlan" userId="563038511b45f6e8" providerId="LiveId" clId="{825EB8F7-F1FC-44E1-BD5A-C4D2510EA0AF}" dt="2023-10-29T14:36:00.265" v="3758" actId="1032"/>
          <ac:spMkLst>
            <pc:docMk/>
            <pc:sldMk cId="3923518781" sldId="261"/>
            <ac:spMk id="23" creationId="{3744E4FC-4DA5-4BF9-9D94-BFAD83E7E69C}"/>
          </ac:spMkLst>
        </pc:spChg>
        <pc:graphicFrameChg chg="add del mod">
          <ac:chgData name="Alexandru Virlan" userId="563038511b45f6e8" providerId="LiveId" clId="{825EB8F7-F1FC-44E1-BD5A-C4D2510EA0AF}" dt="2023-10-29T13:55:34.717" v="2693" actId="1957"/>
          <ac:graphicFrameMkLst>
            <pc:docMk/>
            <pc:sldMk cId="3923518781" sldId="261"/>
            <ac:graphicFrameMk id="7" creationId="{792D5C1C-0CF8-48AD-87CD-4C40CCC7F1B5}"/>
          </ac:graphicFrameMkLst>
        </pc:graphicFrameChg>
        <pc:graphicFrameChg chg="add del mod">
          <ac:chgData name="Alexandru Virlan" userId="563038511b45f6e8" providerId="LiveId" clId="{825EB8F7-F1FC-44E1-BD5A-C4D2510EA0AF}" dt="2023-10-29T13:55:02.557" v="2673"/>
          <ac:graphicFrameMkLst>
            <pc:docMk/>
            <pc:sldMk cId="3923518781" sldId="261"/>
            <ac:graphicFrameMk id="8" creationId="{5B43933F-3C58-4426-B3E4-445FD10E22B6}"/>
          </ac:graphicFrameMkLst>
        </pc:graphicFrameChg>
        <pc:graphicFrameChg chg="add del modGraphic">
          <ac:chgData name="Alexandru Virlan" userId="563038511b45f6e8" providerId="LiveId" clId="{825EB8F7-F1FC-44E1-BD5A-C4D2510EA0AF}" dt="2023-10-29T13:56:21.994" v="2695" actId="1032"/>
          <ac:graphicFrameMkLst>
            <pc:docMk/>
            <pc:sldMk cId="3923518781" sldId="261"/>
            <ac:graphicFrameMk id="9" creationId="{5039B588-2F9A-47D0-B91D-86E67BEDBF04}"/>
          </ac:graphicFrameMkLst>
        </pc:graphicFrameChg>
        <pc:graphicFrameChg chg="add del mod modGraphic">
          <ac:chgData name="Alexandru Virlan" userId="563038511b45f6e8" providerId="LiveId" clId="{825EB8F7-F1FC-44E1-BD5A-C4D2510EA0AF}" dt="2023-10-29T13:58:57.308" v="2724" actId="1032"/>
          <ac:graphicFrameMkLst>
            <pc:docMk/>
            <pc:sldMk cId="3923518781" sldId="261"/>
            <ac:graphicFrameMk id="10" creationId="{C2F72D94-3451-41C2-AB80-CFCBAB6E1F14}"/>
          </ac:graphicFrameMkLst>
        </pc:graphicFrameChg>
        <pc:graphicFrameChg chg="add del mod modGraphic">
          <ac:chgData name="Alexandru Virlan" userId="563038511b45f6e8" providerId="LiveId" clId="{825EB8F7-F1FC-44E1-BD5A-C4D2510EA0AF}" dt="2023-10-29T14:16:55.667" v="3138" actId="478"/>
          <ac:graphicFrameMkLst>
            <pc:docMk/>
            <pc:sldMk cId="3923518781" sldId="261"/>
            <ac:graphicFrameMk id="13" creationId="{9BCAC649-2AA9-4018-A2B6-A52778167FC0}"/>
          </ac:graphicFrameMkLst>
        </pc:graphicFrameChg>
        <pc:graphicFrameChg chg="add del modGraphic">
          <ac:chgData name="Alexandru Virlan" userId="563038511b45f6e8" providerId="LiveId" clId="{825EB8F7-F1FC-44E1-BD5A-C4D2510EA0AF}" dt="2023-10-29T14:07:15.389" v="2896" actId="1032"/>
          <ac:graphicFrameMkLst>
            <pc:docMk/>
            <pc:sldMk cId="3923518781" sldId="261"/>
            <ac:graphicFrameMk id="14" creationId="{6BE6D786-FBE0-477C-AA12-FA26E2284A48}"/>
          </ac:graphicFrameMkLst>
        </pc:graphicFrameChg>
        <pc:graphicFrameChg chg="add del mod modGraphic">
          <ac:chgData name="Alexandru Virlan" userId="563038511b45f6e8" providerId="LiveId" clId="{825EB8F7-F1FC-44E1-BD5A-C4D2510EA0AF}" dt="2023-10-29T14:16:10.035" v="3116" actId="478"/>
          <ac:graphicFrameMkLst>
            <pc:docMk/>
            <pc:sldMk cId="3923518781" sldId="261"/>
            <ac:graphicFrameMk id="17" creationId="{054FDE54-644B-4E28-B24C-B21E828D6A6E}"/>
          </ac:graphicFrameMkLst>
        </pc:graphicFrameChg>
        <pc:graphicFrameChg chg="add del mod modGraphic">
          <ac:chgData name="Alexandru Virlan" userId="563038511b45f6e8" providerId="LiveId" clId="{825EB8F7-F1FC-44E1-BD5A-C4D2510EA0AF}" dt="2023-10-29T14:15:29.877" v="3110" actId="1032"/>
          <ac:graphicFrameMkLst>
            <pc:docMk/>
            <pc:sldMk cId="3923518781" sldId="261"/>
            <ac:graphicFrameMk id="18" creationId="{5BC4D08E-E775-44F5-BCAF-D6024DB29273}"/>
          </ac:graphicFrameMkLst>
        </pc:graphicFrameChg>
        <pc:graphicFrameChg chg="add del mod modGraphic">
          <ac:chgData name="Alexandru Virlan" userId="563038511b45f6e8" providerId="LiveId" clId="{825EB8F7-F1FC-44E1-BD5A-C4D2510EA0AF}" dt="2023-10-29T14:35:41.772" v="3756" actId="478"/>
          <ac:graphicFrameMkLst>
            <pc:docMk/>
            <pc:sldMk cId="3923518781" sldId="261"/>
            <ac:graphicFrameMk id="21" creationId="{33F084F8-768D-4EAB-A7D6-5ADB2292E001}"/>
          </ac:graphicFrameMkLst>
        </pc:graphicFrameChg>
        <pc:graphicFrameChg chg="add del modGraphic">
          <ac:chgData name="Alexandru Virlan" userId="563038511b45f6e8" providerId="LiveId" clId="{825EB8F7-F1FC-44E1-BD5A-C4D2510EA0AF}" dt="2023-10-29T14:36:00.265" v="3758" actId="1032"/>
          <ac:graphicFrameMkLst>
            <pc:docMk/>
            <pc:sldMk cId="3923518781" sldId="261"/>
            <ac:graphicFrameMk id="24" creationId="{F04B7FB7-AF19-4D54-AA08-60AF8087ACED}"/>
          </ac:graphicFrameMkLst>
        </pc:graphicFrameChg>
        <pc:picChg chg="add del mod">
          <ac:chgData name="Alexandru Virlan" userId="563038511b45f6e8" providerId="LiveId" clId="{825EB8F7-F1FC-44E1-BD5A-C4D2510EA0AF}" dt="2023-10-29T14:09:35.999" v="2992" actId="22"/>
          <ac:picMkLst>
            <pc:docMk/>
            <pc:sldMk cId="3923518781" sldId="261"/>
            <ac:picMk id="16" creationId="{B27AF104-CEF5-4AA2-A175-7FFFDCD02AA6}"/>
          </ac:picMkLst>
        </pc:picChg>
      </pc:sldChg>
      <pc:sldChg chg="addSp delSp modSp new mod modAnim">
        <pc:chgData name="Alexandru Virlan" userId="563038511b45f6e8" providerId="LiveId" clId="{825EB8F7-F1FC-44E1-BD5A-C4D2510EA0AF}" dt="2023-11-01T19:20:44.932" v="6906" actId="27918"/>
        <pc:sldMkLst>
          <pc:docMk/>
          <pc:sldMk cId="259802632" sldId="262"/>
        </pc:sldMkLst>
        <pc:spChg chg="mod">
          <ac:chgData name="Alexandru Virlan" userId="563038511b45f6e8" providerId="LiveId" clId="{825EB8F7-F1FC-44E1-BD5A-C4D2510EA0AF}" dt="2023-10-29T18:32:11.780" v="6255" actId="20577"/>
          <ac:spMkLst>
            <pc:docMk/>
            <pc:sldMk cId="259802632" sldId="262"/>
            <ac:spMk id="2" creationId="{32217145-DEE5-4779-97BF-F878BB4692DC}"/>
          </ac:spMkLst>
        </pc:spChg>
        <pc:spChg chg="del">
          <ac:chgData name="Alexandru Virlan" userId="563038511b45f6e8" providerId="LiveId" clId="{825EB8F7-F1FC-44E1-BD5A-C4D2510EA0AF}" dt="2023-10-29T15:40:48.368" v="4390" actId="1957"/>
          <ac:spMkLst>
            <pc:docMk/>
            <pc:sldMk cId="259802632" sldId="262"/>
            <ac:spMk id="3" creationId="{18A684F3-4237-4BF4-B543-E50CC846BE8D}"/>
          </ac:spMkLst>
        </pc:spChg>
        <pc:graphicFrameChg chg="add mod">
          <ac:chgData name="Alexandru Virlan" userId="563038511b45f6e8" providerId="LiveId" clId="{825EB8F7-F1FC-44E1-BD5A-C4D2510EA0AF}" dt="2023-10-29T17:24:40.103" v="5248" actId="207"/>
          <ac:graphicFrameMkLst>
            <pc:docMk/>
            <pc:sldMk cId="259802632" sldId="262"/>
            <ac:graphicFrameMk id="6" creationId="{CF0018D9-329E-4B01-B1F1-32487E492D5E}"/>
          </ac:graphicFrameMkLst>
        </pc:graphicFrameChg>
        <pc:graphicFrameChg chg="add del mod">
          <ac:chgData name="Alexandru Virlan" userId="563038511b45f6e8" providerId="LiveId" clId="{825EB8F7-F1FC-44E1-BD5A-C4D2510EA0AF}" dt="2023-11-01T19:17:01.635" v="6887"/>
          <ac:graphicFrameMkLst>
            <pc:docMk/>
            <pc:sldMk cId="259802632" sldId="262"/>
            <ac:graphicFrameMk id="7" creationId="{38A98719-EDE7-4662-91ED-C47C5B5E67BF}"/>
          </ac:graphicFrameMkLst>
        </pc:graphicFrameChg>
        <pc:graphicFrameChg chg="add mod">
          <ac:chgData name="Alexandru Virlan" userId="563038511b45f6e8" providerId="LiveId" clId="{825EB8F7-F1FC-44E1-BD5A-C4D2510EA0AF}" dt="2023-11-01T19:20:41.102" v="6905"/>
          <ac:graphicFrameMkLst>
            <pc:docMk/>
            <pc:sldMk cId="259802632" sldId="262"/>
            <ac:graphicFrameMk id="9" creationId="{BF223C46-EF08-455D-BADC-CE82E655BFDD}"/>
          </ac:graphicFrameMkLst>
        </pc:graphicFrameChg>
        <pc:graphicFrameChg chg="add del">
          <ac:chgData name="Alexandru Virlan" userId="563038511b45f6e8" providerId="LiveId" clId="{825EB8F7-F1FC-44E1-BD5A-C4D2510EA0AF}" dt="2023-10-29T16:25:33.926" v="4831"/>
          <ac:graphicFrameMkLst>
            <pc:docMk/>
            <pc:sldMk cId="259802632" sldId="262"/>
            <ac:graphicFrameMk id="12" creationId="{E8CAF6E3-C5B5-4904-AF6B-D4CCC6B8D971}"/>
          </ac:graphicFrameMkLst>
        </pc:graphicFrameChg>
        <pc:graphicFrameChg chg="add mod">
          <ac:chgData name="Alexandru Virlan" userId="563038511b45f6e8" providerId="LiveId" clId="{825EB8F7-F1FC-44E1-BD5A-C4D2510EA0AF}" dt="2023-10-29T17:23:30.242" v="5243"/>
          <ac:graphicFrameMkLst>
            <pc:docMk/>
            <pc:sldMk cId="259802632" sldId="262"/>
            <ac:graphicFrameMk id="16" creationId="{F1817394-0462-49D7-B3B6-668FE06EE9D6}"/>
          </ac:graphicFrameMkLst>
        </pc:graphicFrameChg>
      </pc:sldChg>
      <pc:sldChg chg="new del">
        <pc:chgData name="Alexandru Virlan" userId="563038511b45f6e8" providerId="LiveId" clId="{825EB8F7-F1FC-44E1-BD5A-C4D2510EA0AF}" dt="2023-10-29T14:58:55.904" v="3760" actId="47"/>
        <pc:sldMkLst>
          <pc:docMk/>
          <pc:sldMk cId="1759519684" sldId="262"/>
        </pc:sldMkLst>
      </pc:sldChg>
      <pc:sldChg chg="addSp delSp modSp new mod modAnim">
        <pc:chgData name="Alexandru Virlan" userId="563038511b45f6e8" providerId="LiveId" clId="{825EB8F7-F1FC-44E1-BD5A-C4D2510EA0AF}" dt="2023-11-01T17:57:57.551" v="6883"/>
        <pc:sldMkLst>
          <pc:docMk/>
          <pc:sldMk cId="2528296658" sldId="263"/>
        </pc:sldMkLst>
        <pc:spChg chg="mod">
          <ac:chgData name="Alexandru Virlan" userId="563038511b45f6e8" providerId="LiveId" clId="{825EB8F7-F1FC-44E1-BD5A-C4D2510EA0AF}" dt="2023-10-29T17:41:07.750" v="5404" actId="20577"/>
          <ac:spMkLst>
            <pc:docMk/>
            <pc:sldMk cId="2528296658" sldId="263"/>
            <ac:spMk id="2" creationId="{8E6B7D9A-215A-4EDB-94B6-9400F2AA2215}"/>
          </ac:spMkLst>
        </pc:spChg>
        <pc:spChg chg="del">
          <ac:chgData name="Alexandru Virlan" userId="563038511b45f6e8" providerId="LiveId" clId="{825EB8F7-F1FC-44E1-BD5A-C4D2510EA0AF}" dt="2023-10-29T16:12:01.201" v="4669" actId="1957"/>
          <ac:spMkLst>
            <pc:docMk/>
            <pc:sldMk cId="2528296658" sldId="263"/>
            <ac:spMk id="3" creationId="{B0A4C577-9CF6-4BD4-A860-3DA3D1245465}"/>
          </ac:spMkLst>
        </pc:spChg>
        <pc:graphicFrameChg chg="add mod">
          <ac:chgData name="Alexandru Virlan" userId="563038511b45f6e8" providerId="LiveId" clId="{825EB8F7-F1FC-44E1-BD5A-C4D2510EA0AF}" dt="2023-11-01T17:57:57.551" v="6883"/>
          <ac:graphicFrameMkLst>
            <pc:docMk/>
            <pc:sldMk cId="2528296658" sldId="263"/>
            <ac:graphicFrameMk id="6" creationId="{C390C933-0D96-47C5-8C4F-FD8D5B8714EB}"/>
          </ac:graphicFrameMkLst>
        </pc:graphicFrameChg>
        <pc:graphicFrameChg chg="add del mod">
          <ac:chgData name="Alexandru Virlan" userId="563038511b45f6e8" providerId="LiveId" clId="{825EB8F7-F1FC-44E1-BD5A-C4D2510EA0AF}" dt="2023-10-29T17:06:01.137" v="5138" actId="478"/>
          <ac:graphicFrameMkLst>
            <pc:docMk/>
            <pc:sldMk cId="2528296658" sldId="263"/>
            <ac:graphicFrameMk id="9" creationId="{4FE8D9DC-BE6A-4BEA-B9BF-E3294FD39161}"/>
          </ac:graphicFrameMkLst>
        </pc:graphicFrameChg>
        <pc:graphicFrameChg chg="add del mod">
          <ac:chgData name="Alexandru Virlan" userId="563038511b45f6e8" providerId="LiveId" clId="{825EB8F7-F1FC-44E1-BD5A-C4D2510EA0AF}" dt="2023-10-29T17:06:39.688" v="5141" actId="1957"/>
          <ac:graphicFrameMkLst>
            <pc:docMk/>
            <pc:sldMk cId="2528296658" sldId="263"/>
            <ac:graphicFrameMk id="12" creationId="{27C88A53-4377-494A-BBCF-38DB8ADE4E66}"/>
          </ac:graphicFrameMkLst>
        </pc:graphicFrameChg>
        <pc:graphicFrameChg chg="add del">
          <ac:chgData name="Alexandru Virlan" userId="563038511b45f6e8" providerId="LiveId" clId="{825EB8F7-F1FC-44E1-BD5A-C4D2510EA0AF}" dt="2023-10-29T17:07:38.635" v="5143"/>
          <ac:graphicFrameMkLst>
            <pc:docMk/>
            <pc:sldMk cId="2528296658" sldId="263"/>
            <ac:graphicFrameMk id="15" creationId="{E1D6C651-3C13-49A8-8E70-2CAFDA032C1A}"/>
          </ac:graphicFrameMkLst>
        </pc:graphicFrameChg>
        <pc:graphicFrameChg chg="add mod">
          <ac:chgData name="Alexandru Virlan" userId="563038511b45f6e8" providerId="LiveId" clId="{825EB8F7-F1FC-44E1-BD5A-C4D2510EA0AF}" dt="2023-10-29T17:16:24.268" v="5210"/>
          <ac:graphicFrameMkLst>
            <pc:docMk/>
            <pc:sldMk cId="2528296658" sldId="263"/>
            <ac:graphicFrameMk id="19" creationId="{75A10316-C755-41F2-B8DA-C53913D5705D}"/>
          </ac:graphicFrameMkLst>
        </pc:graphicFrameChg>
      </pc:sldChg>
      <pc:sldChg chg="addSp delSp modSp new mod modAnim">
        <pc:chgData name="Alexandru Virlan" userId="563038511b45f6e8" providerId="LiveId" clId="{825EB8F7-F1FC-44E1-BD5A-C4D2510EA0AF}" dt="2023-10-29T19:01:07.577" v="6580" actId="14100"/>
        <pc:sldMkLst>
          <pc:docMk/>
          <pc:sldMk cId="2220524321" sldId="264"/>
        </pc:sldMkLst>
        <pc:spChg chg="mod">
          <ac:chgData name="Alexandru Virlan" userId="563038511b45f6e8" providerId="LiveId" clId="{825EB8F7-F1FC-44E1-BD5A-C4D2510EA0AF}" dt="2023-10-29T17:59:14.993" v="6242" actId="20577"/>
          <ac:spMkLst>
            <pc:docMk/>
            <pc:sldMk cId="2220524321" sldId="264"/>
            <ac:spMk id="2" creationId="{184B80EC-1BF5-46B7-A852-E50A4F8BB52F}"/>
          </ac:spMkLst>
        </pc:spChg>
        <pc:spChg chg="mod">
          <ac:chgData name="Alexandru Virlan" userId="563038511b45f6e8" providerId="LiveId" clId="{825EB8F7-F1FC-44E1-BD5A-C4D2510EA0AF}" dt="2023-10-29T19:01:07.577" v="6580" actId="14100"/>
          <ac:spMkLst>
            <pc:docMk/>
            <pc:sldMk cId="2220524321" sldId="264"/>
            <ac:spMk id="3" creationId="{AD86CFDC-976C-495A-9DF8-675FE60B2B68}"/>
          </ac:spMkLst>
        </pc:spChg>
        <pc:picChg chg="add del mod">
          <ac:chgData name="Alexandru Virlan" userId="563038511b45f6e8" providerId="LiveId" clId="{825EB8F7-F1FC-44E1-BD5A-C4D2510EA0AF}" dt="2023-10-29T17:57:50.116" v="6225" actId="478"/>
          <ac:picMkLst>
            <pc:docMk/>
            <pc:sldMk cId="2220524321" sldId="264"/>
            <ac:picMk id="5" creationId="{91983B39-7541-43DF-A71A-0AE3E361E8E0}"/>
          </ac:picMkLst>
        </pc:picChg>
        <pc:picChg chg="add del mod">
          <ac:chgData name="Alexandru Virlan" userId="563038511b45f6e8" providerId="LiveId" clId="{825EB8F7-F1FC-44E1-BD5A-C4D2510EA0AF}" dt="2023-10-29T17:57:57.749" v="6227" actId="478"/>
          <ac:picMkLst>
            <pc:docMk/>
            <pc:sldMk cId="2220524321" sldId="264"/>
            <ac:picMk id="7" creationId="{3144A557-3C16-4A84-8222-64C670E357D4}"/>
          </ac:picMkLst>
        </pc:picChg>
        <pc:picChg chg="add mod">
          <ac:chgData name="Alexandru Virlan" userId="563038511b45f6e8" providerId="LiveId" clId="{825EB8F7-F1FC-44E1-BD5A-C4D2510EA0AF}" dt="2023-10-29T17:59:48.226" v="6247" actId="1440"/>
          <ac:picMkLst>
            <pc:docMk/>
            <pc:sldMk cId="2220524321" sldId="264"/>
            <ac:picMk id="9" creationId="{407C7347-9DFA-440C-8786-4DF0571289C0}"/>
          </ac:picMkLst>
        </pc:picChg>
      </pc:sldChg>
      <pc:sldChg chg="addSp delSp modSp new mod modAnim">
        <pc:chgData name="Alexandru Virlan" userId="563038511b45f6e8" providerId="LiveId" clId="{825EB8F7-F1FC-44E1-BD5A-C4D2510EA0AF}" dt="2023-10-29T19:04:04.331" v="6601"/>
        <pc:sldMkLst>
          <pc:docMk/>
          <pc:sldMk cId="2396616782" sldId="265"/>
        </pc:sldMkLst>
        <pc:spChg chg="mod">
          <ac:chgData name="Alexandru Virlan" userId="563038511b45f6e8" providerId="LiveId" clId="{825EB8F7-F1FC-44E1-BD5A-C4D2510EA0AF}" dt="2023-10-29T18:54:30.525" v="6554" actId="20577"/>
          <ac:spMkLst>
            <pc:docMk/>
            <pc:sldMk cId="2396616782" sldId="265"/>
            <ac:spMk id="2" creationId="{2DADC23F-0172-4595-8D2E-00B4ACB80C23}"/>
          </ac:spMkLst>
        </pc:spChg>
        <pc:spChg chg="mod">
          <ac:chgData name="Alexandru Virlan" userId="563038511b45f6e8" providerId="LiveId" clId="{825EB8F7-F1FC-44E1-BD5A-C4D2510EA0AF}" dt="2023-10-29T19:02:12.521" v="6585" actId="2711"/>
          <ac:spMkLst>
            <pc:docMk/>
            <pc:sldMk cId="2396616782" sldId="265"/>
            <ac:spMk id="3" creationId="{58CC557C-CBA3-4BB0-A9E3-9098383241DD}"/>
          </ac:spMkLst>
        </pc:spChg>
        <pc:picChg chg="add del mod">
          <ac:chgData name="Alexandru Virlan" userId="563038511b45f6e8" providerId="LiveId" clId="{825EB8F7-F1FC-44E1-BD5A-C4D2510EA0AF}" dt="2023-10-29T18:53:02.675" v="6545" actId="478"/>
          <ac:picMkLst>
            <pc:docMk/>
            <pc:sldMk cId="2396616782" sldId="265"/>
            <ac:picMk id="5" creationId="{A53F814E-5B1D-4BDA-A0D8-D5532D71BD87}"/>
          </ac:picMkLst>
        </pc:picChg>
        <pc:picChg chg="add mod">
          <ac:chgData name="Alexandru Virlan" userId="563038511b45f6e8" providerId="LiveId" clId="{825EB8F7-F1FC-44E1-BD5A-C4D2510EA0AF}" dt="2023-10-29T18:54:49.372" v="6559" actId="1076"/>
          <ac:picMkLst>
            <pc:docMk/>
            <pc:sldMk cId="2396616782" sldId="265"/>
            <ac:picMk id="7" creationId="{A09081BD-B495-4AC7-B5BF-34C7540CF880}"/>
          </ac:picMkLst>
        </pc:picChg>
        <pc:picChg chg="add mod">
          <ac:chgData name="Alexandru Virlan" userId="563038511b45f6e8" providerId="LiveId" clId="{825EB8F7-F1FC-44E1-BD5A-C4D2510EA0AF}" dt="2023-10-29T19:01:46.733" v="6583" actId="1076"/>
          <ac:picMkLst>
            <pc:docMk/>
            <pc:sldMk cId="2396616782" sldId="265"/>
            <ac:picMk id="9" creationId="{E4B85E13-D823-413D-A55F-C84EC7C58003}"/>
          </ac:picMkLst>
        </pc:picChg>
      </pc:sldChg>
      <pc:sldChg chg="modSp new del mod">
        <pc:chgData name="Alexandru Virlan" userId="563038511b45f6e8" providerId="LiveId" clId="{825EB8F7-F1FC-44E1-BD5A-C4D2510EA0AF}" dt="2023-10-29T18:41:01.014" v="6334" actId="47"/>
        <pc:sldMkLst>
          <pc:docMk/>
          <pc:sldMk cId="3348623763" sldId="265"/>
        </pc:sldMkLst>
        <pc:spChg chg="mod">
          <ac:chgData name="Alexandru Virlan" userId="563038511b45f6e8" providerId="LiveId" clId="{825EB8F7-F1FC-44E1-BD5A-C4D2510EA0AF}" dt="2023-10-29T18:40:58.314" v="6333" actId="20577"/>
          <ac:spMkLst>
            <pc:docMk/>
            <pc:sldMk cId="3348623763" sldId="265"/>
            <ac:spMk id="2" creationId="{45762154-7999-483C-AE10-B799E86554B5}"/>
          </ac:spMkLst>
        </pc:spChg>
        <pc:spChg chg="mod">
          <ac:chgData name="Alexandru Virlan" userId="563038511b45f6e8" providerId="LiveId" clId="{825EB8F7-F1FC-44E1-BD5A-C4D2510EA0AF}" dt="2023-10-29T18:40:53.982" v="6318" actId="120"/>
          <ac:spMkLst>
            <pc:docMk/>
            <pc:sldMk cId="3348623763" sldId="265"/>
            <ac:spMk id="3" creationId="{799171E1-EB57-4A5E-8D1F-D77241C33C86}"/>
          </ac:spMkLst>
        </pc:spChg>
      </pc:sldChg>
      <pc:sldChg chg="addSp delSp modSp new mod modAnim">
        <pc:chgData name="Alexandru Virlan" userId="563038511b45f6e8" providerId="LiveId" clId="{825EB8F7-F1FC-44E1-BD5A-C4D2510EA0AF}" dt="2023-10-29T19:37:39.140" v="6743"/>
        <pc:sldMkLst>
          <pc:docMk/>
          <pc:sldMk cId="1344919624" sldId="266"/>
        </pc:sldMkLst>
        <pc:spChg chg="mod">
          <ac:chgData name="Alexandru Virlan" userId="563038511b45f6e8" providerId="LiveId" clId="{825EB8F7-F1FC-44E1-BD5A-C4D2510EA0AF}" dt="2023-10-29T19:30:08.851" v="6690" actId="20577"/>
          <ac:spMkLst>
            <pc:docMk/>
            <pc:sldMk cId="1344919624" sldId="266"/>
            <ac:spMk id="2" creationId="{13C8AFAA-EF3A-41F2-B2BA-27DFE69A7183}"/>
          </ac:spMkLst>
        </pc:spChg>
        <pc:spChg chg="mod">
          <ac:chgData name="Alexandru Virlan" userId="563038511b45f6e8" providerId="LiveId" clId="{825EB8F7-F1FC-44E1-BD5A-C4D2510EA0AF}" dt="2023-10-29T19:33:59.224" v="6708" actId="20577"/>
          <ac:spMkLst>
            <pc:docMk/>
            <pc:sldMk cId="1344919624" sldId="266"/>
            <ac:spMk id="3" creationId="{CCBADD5F-C584-45E8-92F5-46FC5397C29A}"/>
          </ac:spMkLst>
        </pc:spChg>
        <pc:picChg chg="add del mod">
          <ac:chgData name="Alexandru Virlan" userId="563038511b45f6e8" providerId="LiveId" clId="{825EB8F7-F1FC-44E1-BD5A-C4D2510EA0AF}" dt="2023-10-29T19:29:25.692" v="6685" actId="478"/>
          <ac:picMkLst>
            <pc:docMk/>
            <pc:sldMk cId="1344919624" sldId="266"/>
            <ac:picMk id="5" creationId="{99B3CBD1-7B2C-4322-B4D6-D0D4922B54DB}"/>
          </ac:picMkLst>
        </pc:picChg>
        <pc:picChg chg="add del mod">
          <ac:chgData name="Alexandru Virlan" userId="563038511b45f6e8" providerId="LiveId" clId="{825EB8F7-F1FC-44E1-BD5A-C4D2510EA0AF}" dt="2023-10-29T19:31:09.526" v="6694" actId="478"/>
          <ac:picMkLst>
            <pc:docMk/>
            <pc:sldMk cId="1344919624" sldId="266"/>
            <ac:picMk id="7" creationId="{0E39A19E-4105-4781-B70C-AB19EBB5AEAC}"/>
          </ac:picMkLst>
        </pc:picChg>
        <pc:picChg chg="add mod">
          <ac:chgData name="Alexandru Virlan" userId="563038511b45f6e8" providerId="LiveId" clId="{825EB8F7-F1FC-44E1-BD5A-C4D2510EA0AF}" dt="2023-10-29T19:37:13.280" v="6737" actId="1076"/>
          <ac:picMkLst>
            <pc:docMk/>
            <pc:sldMk cId="1344919624" sldId="266"/>
            <ac:picMk id="9" creationId="{4D251401-1BA8-47EF-89A6-236920468282}"/>
          </ac:picMkLst>
        </pc:picChg>
        <pc:picChg chg="add del mod">
          <ac:chgData name="Alexandru Virlan" userId="563038511b45f6e8" providerId="LiveId" clId="{825EB8F7-F1FC-44E1-BD5A-C4D2510EA0AF}" dt="2023-10-29T19:34:39.887" v="6716" actId="478"/>
          <ac:picMkLst>
            <pc:docMk/>
            <pc:sldMk cId="1344919624" sldId="266"/>
            <ac:picMk id="11" creationId="{EC53277D-7C20-4F4D-BC85-1CF2E7A714CD}"/>
          </ac:picMkLst>
        </pc:picChg>
        <pc:picChg chg="add mod">
          <ac:chgData name="Alexandru Virlan" userId="563038511b45f6e8" providerId="LiveId" clId="{825EB8F7-F1FC-44E1-BD5A-C4D2510EA0AF}" dt="2023-10-29T19:37:18.745" v="6739" actId="1076"/>
          <ac:picMkLst>
            <pc:docMk/>
            <pc:sldMk cId="1344919624" sldId="266"/>
            <ac:picMk id="13" creationId="{2E3067B5-F1DA-42F1-92AA-A6F3B81BF402}"/>
          </ac:picMkLst>
        </pc:picChg>
        <pc:picChg chg="add mod">
          <ac:chgData name="Alexandru Virlan" userId="563038511b45f6e8" providerId="LiveId" clId="{825EB8F7-F1FC-44E1-BD5A-C4D2510EA0AF}" dt="2023-10-29T19:36:56.416" v="6733" actId="1076"/>
          <ac:picMkLst>
            <pc:docMk/>
            <pc:sldMk cId="1344919624" sldId="266"/>
            <ac:picMk id="15" creationId="{91C1CEC9-46E1-4517-A74E-70D9AF776B7E}"/>
          </ac:picMkLst>
        </pc:picChg>
      </pc:sldChg>
      <pc:sldChg chg="addSp delSp modSp new mod modAnim">
        <pc:chgData name="Alexandru Virlan" userId="563038511b45f6e8" providerId="LiveId" clId="{825EB8F7-F1FC-44E1-BD5A-C4D2510EA0AF}" dt="2023-11-01T17:20:56.049" v="6821" actId="14100"/>
        <pc:sldMkLst>
          <pc:docMk/>
          <pc:sldMk cId="1470285265" sldId="267"/>
        </pc:sldMkLst>
        <pc:spChg chg="mod">
          <ac:chgData name="Alexandru Virlan" userId="563038511b45f6e8" providerId="LiveId" clId="{825EB8F7-F1FC-44E1-BD5A-C4D2510EA0AF}" dt="2023-11-01T17:15:26.214" v="6795" actId="255"/>
          <ac:spMkLst>
            <pc:docMk/>
            <pc:sldMk cId="1470285265" sldId="267"/>
            <ac:spMk id="2" creationId="{75E441D6-A6E0-4AE9-AF09-444E1EB32954}"/>
          </ac:spMkLst>
        </pc:spChg>
        <pc:spChg chg="del">
          <ac:chgData name="Alexandru Virlan" userId="563038511b45f6e8" providerId="LiveId" clId="{825EB8F7-F1FC-44E1-BD5A-C4D2510EA0AF}" dt="2023-11-01T17:13:00.384" v="6747" actId="931"/>
          <ac:spMkLst>
            <pc:docMk/>
            <pc:sldMk cId="1470285265" sldId="267"/>
            <ac:spMk id="3" creationId="{D253F591-512E-4E02-AA83-83D1368AEE65}"/>
          </ac:spMkLst>
        </pc:spChg>
        <pc:spChg chg="add del mod">
          <ac:chgData name="Alexandru Virlan" userId="563038511b45f6e8" providerId="LiveId" clId="{825EB8F7-F1FC-44E1-BD5A-C4D2510EA0AF}" dt="2023-11-01T17:14:24.367" v="6780" actId="33987"/>
          <ac:spMkLst>
            <pc:docMk/>
            <pc:sldMk cId="1470285265" sldId="267"/>
            <ac:spMk id="6" creationId="{067657ED-FF6D-4543-814D-C0F7F0479EC2}"/>
          </ac:spMkLst>
        </pc:spChg>
        <pc:picChg chg="add mod">
          <ac:chgData name="Alexandru Virlan" userId="563038511b45f6e8" providerId="LiveId" clId="{825EB8F7-F1FC-44E1-BD5A-C4D2510EA0AF}" dt="2023-11-01T17:20:56.049" v="6821" actId="14100"/>
          <ac:picMkLst>
            <pc:docMk/>
            <pc:sldMk cId="1470285265" sldId="267"/>
            <ac:picMk id="5" creationId="{E12EF1D3-BE99-43DF-B25B-612E9EC1D136}"/>
          </ac:picMkLst>
        </pc:picChg>
      </pc:sldChg>
      <pc:sldChg chg="new del">
        <pc:chgData name="Alexandru Virlan" userId="563038511b45f6e8" providerId="LiveId" clId="{825EB8F7-F1FC-44E1-BD5A-C4D2510EA0AF}" dt="2023-11-01T17:11:35.326" v="6745" actId="680"/>
        <pc:sldMkLst>
          <pc:docMk/>
          <pc:sldMk cId="1602812934" sldId="267"/>
        </pc:sldMkLst>
      </pc:sldChg>
      <pc:sldMasterChg chg="addSldLayout">
        <pc:chgData name="Alexandru Virlan" userId="563038511b45f6e8" providerId="LiveId" clId="{825EB8F7-F1FC-44E1-BD5A-C4D2510EA0AF}" dt="2023-10-27T17:24:01.821" v="0" actId="680"/>
        <pc:sldMasterMkLst>
          <pc:docMk/>
          <pc:sldMasterMk cId="944222474" sldId="2147483648"/>
        </pc:sldMasterMkLst>
        <pc:sldLayoutChg chg="add">
          <pc:chgData name="Alexandru Virlan" userId="563038511b45f6e8" providerId="LiveId" clId="{825EB8F7-F1FC-44E1-BD5A-C4D2510EA0AF}" dt="2023-10-27T17:24:01.821" v="0" actId="680"/>
          <pc:sldLayoutMkLst>
            <pc:docMk/>
            <pc:sldMasterMk cId="944222474" sldId="2147483648"/>
            <pc:sldLayoutMk cId="1636984655" sldId="214748364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0397308556229583E-2"/>
          <c:y val="0.22216738897014179"/>
          <c:w val="0.94819403931363633"/>
          <c:h val="0.552317089363962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Inregistrare</c:v>
                </c:pt>
                <c:pt idx="1">
                  <c:v>Autentificare</c:v>
                </c:pt>
                <c:pt idx="2">
                  <c:v>Contul meu</c:v>
                </c:pt>
                <c:pt idx="3">
                  <c:v>Adauga in cos</c:v>
                </c:pt>
                <c:pt idx="4">
                  <c:v>Cos</c:v>
                </c:pt>
                <c:pt idx="5">
                  <c:v>Check out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13</c:v>
                </c:pt>
                <c:pt idx="2">
                  <c:v>10</c:v>
                </c:pt>
                <c:pt idx="3">
                  <c:v>3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08-4480-9CF9-1B1F4413CE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Inregistrare</c:v>
                </c:pt>
                <c:pt idx="1">
                  <c:v>Autentificare</c:v>
                </c:pt>
                <c:pt idx="2">
                  <c:v>Contul meu</c:v>
                </c:pt>
                <c:pt idx="3">
                  <c:v>Adauga in cos</c:v>
                </c:pt>
                <c:pt idx="4">
                  <c:v>Cos</c:v>
                </c:pt>
                <c:pt idx="5">
                  <c:v>Check out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</c:v>
                </c:pt>
                <c:pt idx="1">
                  <c:v>10</c:v>
                </c:pt>
                <c:pt idx="2">
                  <c:v>10</c:v>
                </c:pt>
                <c:pt idx="3">
                  <c:v>3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08-4480-9CF9-1B1F4413CE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Inregistrare</c:v>
                </c:pt>
                <c:pt idx="1">
                  <c:v>Autentificare</c:v>
                </c:pt>
                <c:pt idx="2">
                  <c:v>Contul meu</c:v>
                </c:pt>
                <c:pt idx="3">
                  <c:v>Adauga in cos</c:v>
                </c:pt>
                <c:pt idx="4">
                  <c:v>Cos</c:v>
                </c:pt>
                <c:pt idx="5">
                  <c:v>Check out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08-4480-9CF9-1B1F4413CE3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Inregistrare</c:v>
                </c:pt>
                <c:pt idx="1">
                  <c:v>Autentificare</c:v>
                </c:pt>
                <c:pt idx="2">
                  <c:v>Contul meu</c:v>
                </c:pt>
                <c:pt idx="3">
                  <c:v>Adauga in cos</c:v>
                </c:pt>
                <c:pt idx="4">
                  <c:v>Cos</c:v>
                </c:pt>
                <c:pt idx="5">
                  <c:v>Check out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08-4480-9CF9-1B1F4413CE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6623344"/>
        <c:axId val="916608368"/>
      </c:barChart>
      <c:catAx>
        <c:axId val="916623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608368"/>
        <c:crosses val="autoZero"/>
        <c:auto val="1"/>
        <c:lblAlgn val="ctr"/>
        <c:lblOffset val="100"/>
        <c:noMultiLvlLbl val="0"/>
      </c:catAx>
      <c:valAx>
        <c:axId val="916608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623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51669105995812"/>
          <c:y val="0.90291198893629598"/>
          <c:w val="0.29831219270933412"/>
          <c:h val="7.42119156960454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68500359497621E-2"/>
          <c:y val="2.8488912158624532E-2"/>
          <c:w val="0.95331496062992127"/>
          <c:h val="0.82207926006335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C10-4F2D-8343-A2DFE5BAB34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C10-4F2D-8343-A2DFE5BAB34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C10-4F2D-8343-A2DFE5BAB34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CC10-4F2D-8343-A2DFE5BAB34D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C10-4F2D-8343-A2DFE5BAB34D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CC10-4F2D-8343-A2DFE5BAB3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Homepage</c:v>
                </c:pt>
                <c:pt idx="1">
                  <c:v>Smoke testing</c:v>
                </c:pt>
                <c:pt idx="2">
                  <c:v>Compatibility testing</c:v>
                </c:pt>
                <c:pt idx="3">
                  <c:v>Interruption testing</c:v>
                </c:pt>
                <c:pt idx="4">
                  <c:v>Performance Testing</c:v>
                </c:pt>
                <c:pt idx="5">
                  <c:v>Mobile app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10</c:v>
                </c:pt>
                <c:pt idx="2">
                  <c:v>7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0-4F2D-8343-A2DFE5BAB3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Homepage</c:v>
                </c:pt>
                <c:pt idx="1">
                  <c:v>Smoke testing</c:v>
                </c:pt>
                <c:pt idx="2">
                  <c:v>Compatibility testing</c:v>
                </c:pt>
                <c:pt idx="3">
                  <c:v>Interruption testing</c:v>
                </c:pt>
                <c:pt idx="4">
                  <c:v>Performance Testing</c:v>
                </c:pt>
                <c:pt idx="5">
                  <c:v>Mobile app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</c:v>
                </c:pt>
                <c:pt idx="1">
                  <c:v>10</c:v>
                </c:pt>
                <c:pt idx="2">
                  <c:v>7</c:v>
                </c:pt>
                <c:pt idx="3">
                  <c:v>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10-4F2D-8343-A2DFE5BAB34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Homepage</c:v>
                </c:pt>
                <c:pt idx="1">
                  <c:v>Smoke testing</c:v>
                </c:pt>
                <c:pt idx="2">
                  <c:v>Compatibility testing</c:v>
                </c:pt>
                <c:pt idx="3">
                  <c:v>Interruption testing</c:v>
                </c:pt>
                <c:pt idx="4">
                  <c:v>Performance Testing</c:v>
                </c:pt>
                <c:pt idx="5">
                  <c:v>Mobile app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10-4F2D-8343-A2DFE5BAB34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Blocked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Homepage</c:v>
                </c:pt>
                <c:pt idx="1">
                  <c:v>Smoke testing</c:v>
                </c:pt>
                <c:pt idx="2">
                  <c:v>Compatibility testing</c:v>
                </c:pt>
                <c:pt idx="3">
                  <c:v>Interruption testing</c:v>
                </c:pt>
                <c:pt idx="4">
                  <c:v>Performance Testing</c:v>
                </c:pt>
                <c:pt idx="5">
                  <c:v>Mobile app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4-CC10-4F2D-8343-A2DFE5BAB3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16579664"/>
        <c:axId val="916600464"/>
      </c:barChart>
      <c:catAx>
        <c:axId val="916579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600464"/>
        <c:crosses val="autoZero"/>
        <c:auto val="1"/>
        <c:lblAlgn val="ctr"/>
        <c:lblOffset val="100"/>
        <c:noMultiLvlLbl val="0"/>
      </c:catAx>
      <c:valAx>
        <c:axId val="916600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579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383811898606373"/>
          <c:y val="0.93845934800787101"/>
          <c:w val="0.41396600835258296"/>
          <c:h val="6.15407904725892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194240306578791"/>
          <c:y val="0.11879187298317082"/>
          <c:w val="0.63383293748868641"/>
          <c:h val="0.7826709135219307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4"/>
            </a:solidFill>
          </c:spPr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D5-4847-AF8B-6EE9A3E94FD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F26-4406-9605-D2525922DEB1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F26-4406-9605-D2525922DEB1}"/>
              </c:ext>
            </c:extLst>
          </c:dPt>
          <c:dLbls>
            <c:dLbl>
              <c:idx val="2"/>
              <c:layout>
                <c:manualLayout>
                  <c:x val="2.0934868820793238E-2"/>
                  <c:y val="0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F26-4406-9605-D2525922DEB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Pass:106</c:v>
                </c:pt>
                <c:pt idx="1">
                  <c:v>Failed:11</c:v>
                </c:pt>
                <c:pt idx="2">
                  <c:v>Blocked:3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106</c:v>
                </c:pt>
                <c:pt idx="1">
                  <c:v>11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26-4406-9605-D2525922DEB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1.9588264444106277E-2"/>
          <c:w val="1"/>
          <c:h val="8.28258825273820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Bug report</c:v>
                </c:pt>
              </c:strCache>
            </c:strRef>
          </c:tx>
          <c:dPt>
            <c:idx val="0"/>
            <c:bubble3D val="0"/>
            <c:explosion val="3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6B7D-4EE6-B563-8776FC2A31E8}"/>
              </c:ext>
            </c:extLst>
          </c:dPt>
          <c:dPt>
            <c:idx val="1"/>
            <c:bubble3D val="0"/>
            <c:explosion val="4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B-6B7D-4EE6-B563-8776FC2A31E8}"/>
              </c:ext>
            </c:extLst>
          </c:dPt>
          <c:dPt>
            <c:idx val="2"/>
            <c:bubble3D val="0"/>
            <c:explosion val="6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8-6B7D-4EE6-B563-8776FC2A31E8}"/>
              </c:ext>
            </c:extLst>
          </c:dPt>
          <c:dPt>
            <c:idx val="3"/>
            <c:bubble3D val="0"/>
            <c:explosion val="4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A-6B7D-4EE6-B563-8776FC2A31E8}"/>
              </c:ext>
            </c:extLst>
          </c:dPt>
          <c:dPt>
            <c:idx val="4"/>
            <c:bubble3D val="0"/>
            <c:explosion val="5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6B7D-4EE6-B563-8776FC2A31E8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6B7D-4EE6-B563-8776FC2A31E8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B-6B7D-4EE6-B563-8776FC2A31E8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8-6B7D-4EE6-B563-8776FC2A31E8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A-6B7D-4EE6-B563-8776FC2A31E8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6B7D-4EE6-B563-8776FC2A31E8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Blocker</c:v>
                </c:pt>
                <c:pt idx="1">
                  <c:v>Critical</c:v>
                </c:pt>
                <c:pt idx="2">
                  <c:v>Major</c:v>
                </c:pt>
                <c:pt idx="3">
                  <c:v>Normal</c:v>
                </c:pt>
                <c:pt idx="4">
                  <c:v>Minor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8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7D-4EE6-B563-8776FC2A31E8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Bugs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121241653036828"/>
          <c:y val="0.11687949936563978"/>
          <c:w val="0.87878758346963171"/>
          <c:h val="0.71743372634437386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Blocker:3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2000"/>
                  </a:schemeClr>
                </a:gs>
                <a:gs pos="100000">
                  <a:schemeClr val="accent1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Bugs: 14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02-4A33-A7BA-139F3E2372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Critical:1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2000"/>
                  </a:schemeClr>
                </a:gs>
                <a:gs pos="100000">
                  <a:schemeClr val="accent2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Bugs: 14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02-4A33-A7BA-139F3E2372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Major:1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2000"/>
                  </a:schemeClr>
                </a:gs>
                <a:gs pos="100000">
                  <a:schemeClr val="accent3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Bugs: 14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02-4A33-A7BA-139F3E23725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Normal:8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2000"/>
                  </a:schemeClr>
                </a:gs>
                <a:gs pos="100000">
                  <a:schemeClr val="accent4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Bugs: 14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02-4A33-A7BA-139F3E23725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Minor:1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96000"/>
                    <a:lumMod val="102000"/>
                  </a:schemeClr>
                </a:gs>
                <a:gs pos="100000">
                  <a:schemeClr val="accent5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Bugs: 14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F02-4A33-A7BA-139F3E2372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16600880"/>
        <c:axId val="916597968"/>
        <c:axId val="0"/>
      </c:bar3DChart>
      <c:catAx>
        <c:axId val="916600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597968"/>
        <c:crosses val="autoZero"/>
        <c:auto val="1"/>
        <c:lblAlgn val="ctr"/>
        <c:lblOffset val="100"/>
        <c:noMultiLvlLbl val="0"/>
      </c:catAx>
      <c:valAx>
        <c:axId val="916597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600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8D6BED-CF1C-4320-A231-0D0B55208306}" type="doc">
      <dgm:prSet loTypeId="urn:microsoft.com/office/officeart/2005/8/layout/hList7" loCatId="list" qsTypeId="urn:microsoft.com/office/officeart/2005/8/quickstyle/3d5" qsCatId="3D" csTypeId="urn:microsoft.com/office/officeart/2005/8/colors/accent1_2" csCatId="accent1" phldr="1"/>
      <dgm:spPr/>
    </dgm:pt>
    <dgm:pt modelId="{FC29351A-8E14-4BD0-81C1-4060900DD130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Inregistrare</a:t>
          </a:r>
        </a:p>
      </dgm:t>
    </dgm:pt>
    <dgm:pt modelId="{37FEE706-C754-4555-82D8-033F40190008}" type="parTrans" cxnId="{C4F3266C-A637-45E6-9574-23530DBE4BDB}">
      <dgm:prSet/>
      <dgm:spPr/>
      <dgm:t>
        <a:bodyPr/>
        <a:lstStyle/>
        <a:p>
          <a:endParaRPr lang="en-US"/>
        </a:p>
      </dgm:t>
    </dgm:pt>
    <dgm:pt modelId="{B3270ECD-F050-4601-B534-D9C786417C65}" type="sibTrans" cxnId="{C4F3266C-A637-45E6-9574-23530DBE4BDB}">
      <dgm:prSet/>
      <dgm:spPr/>
      <dgm:t>
        <a:bodyPr/>
        <a:lstStyle/>
        <a:p>
          <a:endParaRPr lang="en-US"/>
        </a:p>
      </dgm:t>
    </dgm:pt>
    <dgm:pt modelId="{128896A7-2009-4FA6-9D1F-B66818C8267D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Autentificare</a:t>
          </a:r>
        </a:p>
      </dgm:t>
    </dgm:pt>
    <dgm:pt modelId="{ABA83AAA-2634-4FE3-83EF-798DEA5221DE}" type="parTrans" cxnId="{983F9D55-4238-4CB6-B64F-CE9C91F6F063}">
      <dgm:prSet/>
      <dgm:spPr/>
      <dgm:t>
        <a:bodyPr/>
        <a:lstStyle/>
        <a:p>
          <a:endParaRPr lang="en-US"/>
        </a:p>
      </dgm:t>
    </dgm:pt>
    <dgm:pt modelId="{B51F398C-B443-4FC4-9996-D4A2A34771AC}" type="sibTrans" cxnId="{983F9D55-4238-4CB6-B64F-CE9C91F6F063}">
      <dgm:prSet/>
      <dgm:spPr/>
      <dgm:t>
        <a:bodyPr/>
        <a:lstStyle/>
        <a:p>
          <a:endParaRPr lang="en-US"/>
        </a:p>
      </dgm:t>
    </dgm:pt>
    <dgm:pt modelId="{4C1D68C2-F227-49E7-BC13-39291F83874A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Contul meu</a:t>
          </a:r>
        </a:p>
      </dgm:t>
    </dgm:pt>
    <dgm:pt modelId="{8B885A8B-A3C4-4FD3-8337-FA776D800F57}" type="parTrans" cxnId="{427260F2-8950-4602-AC28-9C7092A26E84}">
      <dgm:prSet/>
      <dgm:spPr/>
      <dgm:t>
        <a:bodyPr/>
        <a:lstStyle/>
        <a:p>
          <a:endParaRPr lang="en-US"/>
        </a:p>
      </dgm:t>
    </dgm:pt>
    <dgm:pt modelId="{C7013735-3B20-4742-9A9D-219E1B853C0C}" type="sibTrans" cxnId="{427260F2-8950-4602-AC28-9C7092A26E84}">
      <dgm:prSet/>
      <dgm:spPr/>
      <dgm:t>
        <a:bodyPr/>
        <a:lstStyle/>
        <a:p>
          <a:endParaRPr lang="en-US"/>
        </a:p>
      </dgm:t>
    </dgm:pt>
    <dgm:pt modelId="{13B739B9-CC18-44BD-9CBF-731CD6D4EA9E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Adauga in cos</a:t>
          </a:r>
        </a:p>
      </dgm:t>
    </dgm:pt>
    <dgm:pt modelId="{F4BE499F-2467-4354-AD25-2ED77C10F0DF}" type="parTrans" cxnId="{9DB66930-151F-4906-B257-8D201D684589}">
      <dgm:prSet/>
      <dgm:spPr/>
      <dgm:t>
        <a:bodyPr/>
        <a:lstStyle/>
        <a:p>
          <a:endParaRPr lang="en-US"/>
        </a:p>
      </dgm:t>
    </dgm:pt>
    <dgm:pt modelId="{8459E70C-EB1B-4C98-8AB1-58A2A54824E6}" type="sibTrans" cxnId="{9DB66930-151F-4906-B257-8D201D684589}">
      <dgm:prSet/>
      <dgm:spPr/>
      <dgm:t>
        <a:bodyPr/>
        <a:lstStyle/>
        <a:p>
          <a:endParaRPr lang="en-US"/>
        </a:p>
      </dgm:t>
    </dgm:pt>
    <dgm:pt modelId="{213093EE-16BD-408A-A806-DDE08F486744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Cos</a:t>
          </a:r>
        </a:p>
      </dgm:t>
    </dgm:pt>
    <dgm:pt modelId="{9C38C945-C0C8-46A6-B97C-C871743B5736}" type="parTrans" cxnId="{BEC441A0-0A18-4CFA-984A-A0B510ABA8BE}">
      <dgm:prSet/>
      <dgm:spPr/>
      <dgm:t>
        <a:bodyPr/>
        <a:lstStyle/>
        <a:p>
          <a:endParaRPr lang="en-US"/>
        </a:p>
      </dgm:t>
    </dgm:pt>
    <dgm:pt modelId="{E41363EE-C1F9-484B-9AEC-62604CF65A2C}" type="sibTrans" cxnId="{BEC441A0-0A18-4CFA-984A-A0B510ABA8BE}">
      <dgm:prSet/>
      <dgm:spPr/>
      <dgm:t>
        <a:bodyPr/>
        <a:lstStyle/>
        <a:p>
          <a:endParaRPr lang="en-US"/>
        </a:p>
      </dgm:t>
    </dgm:pt>
    <dgm:pt modelId="{2F3A984B-1D1D-44AD-A666-606B7D0F0700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Check out</a:t>
          </a:r>
        </a:p>
      </dgm:t>
    </dgm:pt>
    <dgm:pt modelId="{09393F95-E4FA-407D-9424-4A8E7AB00A66}" type="parTrans" cxnId="{21C41244-B7CD-4D4D-B48A-585F50CB318B}">
      <dgm:prSet/>
      <dgm:spPr/>
      <dgm:t>
        <a:bodyPr/>
        <a:lstStyle/>
        <a:p>
          <a:endParaRPr lang="en-US"/>
        </a:p>
      </dgm:t>
    </dgm:pt>
    <dgm:pt modelId="{F06494BB-0498-4474-B9AB-71EF72288D64}" type="sibTrans" cxnId="{21C41244-B7CD-4D4D-B48A-585F50CB318B}">
      <dgm:prSet/>
      <dgm:spPr/>
      <dgm:t>
        <a:bodyPr/>
        <a:lstStyle/>
        <a:p>
          <a:endParaRPr lang="en-US"/>
        </a:p>
      </dgm:t>
    </dgm:pt>
    <dgm:pt modelId="{E2EC5FE2-02F2-4226-BEE8-9A94F63EA46D}" type="pres">
      <dgm:prSet presAssocID="{188D6BED-CF1C-4320-A231-0D0B55208306}" presName="Name0" presStyleCnt="0">
        <dgm:presLayoutVars>
          <dgm:dir/>
          <dgm:resizeHandles val="exact"/>
        </dgm:presLayoutVars>
      </dgm:prSet>
      <dgm:spPr/>
    </dgm:pt>
    <dgm:pt modelId="{9171929D-2524-4190-BDDF-43EE542E2FAD}" type="pres">
      <dgm:prSet presAssocID="{188D6BED-CF1C-4320-A231-0D0B55208306}" presName="fgShape" presStyleLbl="fgShp" presStyleIdx="0" presStyleCnt="1"/>
      <dgm:spPr/>
    </dgm:pt>
    <dgm:pt modelId="{728129E9-F565-4C36-83A4-8E5B43465EFE}" type="pres">
      <dgm:prSet presAssocID="{188D6BED-CF1C-4320-A231-0D0B55208306}" presName="linComp" presStyleCnt="0"/>
      <dgm:spPr/>
    </dgm:pt>
    <dgm:pt modelId="{D6AE9A5A-93BE-49CB-8997-9C7A1E5BB5AA}" type="pres">
      <dgm:prSet presAssocID="{FC29351A-8E14-4BD0-81C1-4060900DD130}" presName="compNode" presStyleCnt="0"/>
      <dgm:spPr/>
    </dgm:pt>
    <dgm:pt modelId="{211EA8CB-4A39-4520-B1B0-4BF804AFC737}" type="pres">
      <dgm:prSet presAssocID="{FC29351A-8E14-4BD0-81C1-4060900DD130}" presName="bkgdShape" presStyleLbl="node1" presStyleIdx="0" presStyleCnt="6" custLinFactNeighborX="1321"/>
      <dgm:spPr/>
    </dgm:pt>
    <dgm:pt modelId="{9AEDE026-1F07-4E21-AD82-0165155305F0}" type="pres">
      <dgm:prSet presAssocID="{FC29351A-8E14-4BD0-81C1-4060900DD130}" presName="nodeTx" presStyleLbl="node1" presStyleIdx="0" presStyleCnt="6">
        <dgm:presLayoutVars>
          <dgm:bulletEnabled val="1"/>
        </dgm:presLayoutVars>
      </dgm:prSet>
      <dgm:spPr/>
    </dgm:pt>
    <dgm:pt modelId="{5BE869C6-8DBF-4DBC-ACBC-95033A8F68A7}" type="pres">
      <dgm:prSet presAssocID="{FC29351A-8E14-4BD0-81C1-4060900DD130}" presName="invisiNode" presStyleLbl="node1" presStyleIdx="0" presStyleCnt="6"/>
      <dgm:spPr/>
    </dgm:pt>
    <dgm:pt modelId="{6C73803B-0081-4F19-8EC1-F19C3B6C70EC}" type="pres">
      <dgm:prSet presAssocID="{FC29351A-8E14-4BD0-81C1-4060900DD130}" presName="imagNode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 with solid fill"/>
        </a:ext>
      </dgm:extLst>
    </dgm:pt>
    <dgm:pt modelId="{9D40CF39-D844-497B-A571-9B4D081933EF}" type="pres">
      <dgm:prSet presAssocID="{B3270ECD-F050-4601-B534-D9C786417C65}" presName="sibTrans" presStyleLbl="sibTrans2D1" presStyleIdx="0" presStyleCnt="0"/>
      <dgm:spPr/>
    </dgm:pt>
    <dgm:pt modelId="{72C5A5C5-9658-483E-92A1-B6F7669970B8}" type="pres">
      <dgm:prSet presAssocID="{128896A7-2009-4FA6-9D1F-B66818C8267D}" presName="compNode" presStyleCnt="0"/>
      <dgm:spPr/>
    </dgm:pt>
    <dgm:pt modelId="{5771E32A-55A4-46DF-BF31-42C7DF26648C}" type="pres">
      <dgm:prSet presAssocID="{128896A7-2009-4FA6-9D1F-B66818C8267D}" presName="bkgdShape" presStyleLbl="node1" presStyleIdx="1" presStyleCnt="6"/>
      <dgm:spPr/>
    </dgm:pt>
    <dgm:pt modelId="{EF2A13EA-835D-435D-B373-C0F24B1A8F3B}" type="pres">
      <dgm:prSet presAssocID="{128896A7-2009-4FA6-9D1F-B66818C8267D}" presName="nodeTx" presStyleLbl="node1" presStyleIdx="1" presStyleCnt="6">
        <dgm:presLayoutVars>
          <dgm:bulletEnabled val="1"/>
        </dgm:presLayoutVars>
      </dgm:prSet>
      <dgm:spPr/>
    </dgm:pt>
    <dgm:pt modelId="{1CBBCC12-98B5-4FF9-8F04-539D66206FBD}" type="pres">
      <dgm:prSet presAssocID="{128896A7-2009-4FA6-9D1F-B66818C8267D}" presName="invisiNode" presStyleLbl="node1" presStyleIdx="1" presStyleCnt="6"/>
      <dgm:spPr/>
    </dgm:pt>
    <dgm:pt modelId="{9A9A80FD-1A97-4380-ABE7-04E569591F55}" type="pres">
      <dgm:prSet presAssocID="{128896A7-2009-4FA6-9D1F-B66818C8267D}" presName="imagNode" presStyleLbl="fgImgPlac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 with solid fill"/>
        </a:ext>
      </dgm:extLst>
    </dgm:pt>
    <dgm:pt modelId="{84DE0EF0-E537-4365-832A-05CA10974F63}" type="pres">
      <dgm:prSet presAssocID="{B51F398C-B443-4FC4-9996-D4A2A34771AC}" presName="sibTrans" presStyleLbl="sibTrans2D1" presStyleIdx="0" presStyleCnt="0"/>
      <dgm:spPr/>
    </dgm:pt>
    <dgm:pt modelId="{A2CF8BB0-C2BF-4EDE-B85E-0A189F5B98C4}" type="pres">
      <dgm:prSet presAssocID="{4C1D68C2-F227-49E7-BC13-39291F83874A}" presName="compNode" presStyleCnt="0"/>
      <dgm:spPr/>
    </dgm:pt>
    <dgm:pt modelId="{0D5917C7-D514-4A54-9F25-AE795F5BF6F2}" type="pres">
      <dgm:prSet presAssocID="{4C1D68C2-F227-49E7-BC13-39291F83874A}" presName="bkgdShape" presStyleLbl="node1" presStyleIdx="2" presStyleCnt="6" custLinFactNeighborX="-726" custLinFactNeighborY="617"/>
      <dgm:spPr/>
    </dgm:pt>
    <dgm:pt modelId="{2D49D215-D59D-45BF-82D7-8D9807A362C4}" type="pres">
      <dgm:prSet presAssocID="{4C1D68C2-F227-49E7-BC13-39291F83874A}" presName="nodeTx" presStyleLbl="node1" presStyleIdx="2" presStyleCnt="6">
        <dgm:presLayoutVars>
          <dgm:bulletEnabled val="1"/>
        </dgm:presLayoutVars>
      </dgm:prSet>
      <dgm:spPr/>
    </dgm:pt>
    <dgm:pt modelId="{1308CAA9-539C-4A52-8DF2-38B24B4F3A3D}" type="pres">
      <dgm:prSet presAssocID="{4C1D68C2-F227-49E7-BC13-39291F83874A}" presName="invisiNode" presStyleLbl="node1" presStyleIdx="2" presStyleCnt="6"/>
      <dgm:spPr/>
    </dgm:pt>
    <dgm:pt modelId="{8E52BE22-90F4-42AD-BF96-0D7B0A0A6176}" type="pres">
      <dgm:prSet presAssocID="{4C1D68C2-F227-49E7-BC13-39291F83874A}" presName="imagNode" presStyleLbl="fgImgPlac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with solid fill"/>
        </a:ext>
      </dgm:extLst>
    </dgm:pt>
    <dgm:pt modelId="{FDEB39D9-BEB0-4882-AE35-72274C9459FD}" type="pres">
      <dgm:prSet presAssocID="{C7013735-3B20-4742-9A9D-219E1B853C0C}" presName="sibTrans" presStyleLbl="sibTrans2D1" presStyleIdx="0" presStyleCnt="0"/>
      <dgm:spPr/>
    </dgm:pt>
    <dgm:pt modelId="{57547428-21E9-4751-AB9D-3A8B7397145A}" type="pres">
      <dgm:prSet presAssocID="{13B739B9-CC18-44BD-9CBF-731CD6D4EA9E}" presName="compNode" presStyleCnt="0"/>
      <dgm:spPr/>
    </dgm:pt>
    <dgm:pt modelId="{FE2561F8-6551-455B-B288-7D00AAADDEAC}" type="pres">
      <dgm:prSet presAssocID="{13B739B9-CC18-44BD-9CBF-731CD6D4EA9E}" presName="bkgdShape" presStyleLbl="node1" presStyleIdx="3" presStyleCnt="6"/>
      <dgm:spPr/>
    </dgm:pt>
    <dgm:pt modelId="{3E6F9C8D-C228-4CC9-94AB-2EC39833D444}" type="pres">
      <dgm:prSet presAssocID="{13B739B9-CC18-44BD-9CBF-731CD6D4EA9E}" presName="nodeTx" presStyleLbl="node1" presStyleIdx="3" presStyleCnt="6">
        <dgm:presLayoutVars>
          <dgm:bulletEnabled val="1"/>
        </dgm:presLayoutVars>
      </dgm:prSet>
      <dgm:spPr/>
    </dgm:pt>
    <dgm:pt modelId="{74A6B902-C3C4-4312-85DD-3369D8B3F24F}" type="pres">
      <dgm:prSet presAssocID="{13B739B9-CC18-44BD-9CBF-731CD6D4EA9E}" presName="invisiNode" presStyleLbl="node1" presStyleIdx="3" presStyleCnt="6"/>
      <dgm:spPr/>
    </dgm:pt>
    <dgm:pt modelId="{D4EA1DB2-BA84-414D-8506-3FAF8311DF9C}" type="pres">
      <dgm:prSet presAssocID="{13B739B9-CC18-44BD-9CBF-731CD6D4EA9E}" presName="imagNode" presStyleLbl="fgImgPlac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 with solid fill"/>
        </a:ext>
      </dgm:extLst>
    </dgm:pt>
    <dgm:pt modelId="{9A567117-59F5-4D3A-B557-36BACD04CC78}" type="pres">
      <dgm:prSet presAssocID="{8459E70C-EB1B-4C98-8AB1-58A2A54824E6}" presName="sibTrans" presStyleLbl="sibTrans2D1" presStyleIdx="0" presStyleCnt="0"/>
      <dgm:spPr/>
    </dgm:pt>
    <dgm:pt modelId="{BE2B25A7-BE56-4EAF-B053-5A912ED7E3F2}" type="pres">
      <dgm:prSet presAssocID="{213093EE-16BD-408A-A806-DDE08F486744}" presName="compNode" presStyleCnt="0"/>
      <dgm:spPr/>
    </dgm:pt>
    <dgm:pt modelId="{0D20E602-3497-4E6E-AC3F-E03B3F154751}" type="pres">
      <dgm:prSet presAssocID="{213093EE-16BD-408A-A806-DDE08F486744}" presName="bkgdShape" presStyleLbl="node1" presStyleIdx="4" presStyleCnt="6" custLinFactNeighborX="1500" custLinFactNeighborY="597"/>
      <dgm:spPr/>
    </dgm:pt>
    <dgm:pt modelId="{A4B3BD33-DC84-42BA-B36C-8684DA54D206}" type="pres">
      <dgm:prSet presAssocID="{213093EE-16BD-408A-A806-DDE08F486744}" presName="nodeTx" presStyleLbl="node1" presStyleIdx="4" presStyleCnt="6">
        <dgm:presLayoutVars>
          <dgm:bulletEnabled val="1"/>
        </dgm:presLayoutVars>
      </dgm:prSet>
      <dgm:spPr/>
    </dgm:pt>
    <dgm:pt modelId="{A2A3FC5D-14BF-4023-A9CB-DB34DDA225A7}" type="pres">
      <dgm:prSet presAssocID="{213093EE-16BD-408A-A806-DDE08F486744}" presName="invisiNode" presStyleLbl="node1" presStyleIdx="4" presStyleCnt="6"/>
      <dgm:spPr/>
    </dgm:pt>
    <dgm:pt modelId="{8DB4E806-4EF4-40DA-B674-BF1ADB934E71}" type="pres">
      <dgm:prSet presAssocID="{213093EE-16BD-408A-A806-DDE08F486744}" presName="imagNode" presStyleLbl="fgImgPlace1" presStyleIdx="4" presStyleCnt="6"/>
      <dgm:spPr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05211C5D-4BB1-4BEB-BEBF-C2029D4DAC87}" type="pres">
      <dgm:prSet presAssocID="{E41363EE-C1F9-484B-9AEC-62604CF65A2C}" presName="sibTrans" presStyleLbl="sibTrans2D1" presStyleIdx="0" presStyleCnt="0"/>
      <dgm:spPr/>
    </dgm:pt>
    <dgm:pt modelId="{5C1C6086-FB64-4F8C-8880-5291532DCFDC}" type="pres">
      <dgm:prSet presAssocID="{2F3A984B-1D1D-44AD-A666-606B7D0F0700}" presName="compNode" presStyleCnt="0"/>
      <dgm:spPr/>
    </dgm:pt>
    <dgm:pt modelId="{AAFC4CD1-B9C1-4074-9245-F129DCD7D181}" type="pres">
      <dgm:prSet presAssocID="{2F3A984B-1D1D-44AD-A666-606B7D0F0700}" presName="bkgdShape" presStyleLbl="node1" presStyleIdx="5" presStyleCnt="6"/>
      <dgm:spPr/>
    </dgm:pt>
    <dgm:pt modelId="{08348075-3CF1-4F22-A6D9-D3B3A12A5B4E}" type="pres">
      <dgm:prSet presAssocID="{2F3A984B-1D1D-44AD-A666-606B7D0F0700}" presName="nodeTx" presStyleLbl="node1" presStyleIdx="5" presStyleCnt="6">
        <dgm:presLayoutVars>
          <dgm:bulletEnabled val="1"/>
        </dgm:presLayoutVars>
      </dgm:prSet>
      <dgm:spPr/>
    </dgm:pt>
    <dgm:pt modelId="{D231CDDE-B3F6-43CC-9C32-177BAD8711B9}" type="pres">
      <dgm:prSet presAssocID="{2F3A984B-1D1D-44AD-A666-606B7D0F0700}" presName="invisiNode" presStyleLbl="node1" presStyleIdx="5" presStyleCnt="6"/>
      <dgm:spPr/>
    </dgm:pt>
    <dgm:pt modelId="{837CF0E2-2623-4D18-9BC3-73ED266B0F93}" type="pres">
      <dgm:prSet presAssocID="{2F3A984B-1D1D-44AD-A666-606B7D0F0700}" presName="imagNode" presStyleLbl="fgImgPlace1" presStyleIdx="5" presStyleCnt="6"/>
      <dgm:spPr>
        <a:blipFill rotWithShape="1"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</dgm:pt>
  </dgm:ptLst>
  <dgm:cxnLst>
    <dgm:cxn modelId="{0A500525-2B3E-489E-9AA2-1C39EAEC8C0D}" type="presOf" srcId="{13B739B9-CC18-44BD-9CBF-731CD6D4EA9E}" destId="{FE2561F8-6551-455B-B288-7D00AAADDEAC}" srcOrd="0" destOrd="0" presId="urn:microsoft.com/office/officeart/2005/8/layout/hList7"/>
    <dgm:cxn modelId="{3D0EA328-0EB9-4C49-9C90-4C283F99714B}" type="presOf" srcId="{188D6BED-CF1C-4320-A231-0D0B55208306}" destId="{E2EC5FE2-02F2-4226-BEE8-9A94F63EA46D}" srcOrd="0" destOrd="0" presId="urn:microsoft.com/office/officeart/2005/8/layout/hList7"/>
    <dgm:cxn modelId="{9DB66930-151F-4906-B257-8D201D684589}" srcId="{188D6BED-CF1C-4320-A231-0D0B55208306}" destId="{13B739B9-CC18-44BD-9CBF-731CD6D4EA9E}" srcOrd="3" destOrd="0" parTransId="{F4BE499F-2467-4354-AD25-2ED77C10F0DF}" sibTransId="{8459E70C-EB1B-4C98-8AB1-58A2A54824E6}"/>
    <dgm:cxn modelId="{8305BF40-6E56-4B9B-8B6C-8D6AAD466838}" type="presOf" srcId="{128896A7-2009-4FA6-9D1F-B66818C8267D}" destId="{5771E32A-55A4-46DF-BF31-42C7DF26648C}" srcOrd="0" destOrd="0" presId="urn:microsoft.com/office/officeart/2005/8/layout/hList7"/>
    <dgm:cxn modelId="{21C41244-B7CD-4D4D-B48A-585F50CB318B}" srcId="{188D6BED-CF1C-4320-A231-0D0B55208306}" destId="{2F3A984B-1D1D-44AD-A666-606B7D0F0700}" srcOrd="5" destOrd="0" parTransId="{09393F95-E4FA-407D-9424-4A8E7AB00A66}" sibTransId="{F06494BB-0498-4474-B9AB-71EF72288D64}"/>
    <dgm:cxn modelId="{81F3A466-2D12-4BFF-921B-C5BFF26F3F99}" type="presOf" srcId="{C7013735-3B20-4742-9A9D-219E1B853C0C}" destId="{FDEB39D9-BEB0-4882-AE35-72274C9459FD}" srcOrd="0" destOrd="0" presId="urn:microsoft.com/office/officeart/2005/8/layout/hList7"/>
    <dgm:cxn modelId="{CA194E67-1241-48D7-9A42-96E923EADE36}" type="presOf" srcId="{13B739B9-CC18-44BD-9CBF-731CD6D4EA9E}" destId="{3E6F9C8D-C228-4CC9-94AB-2EC39833D444}" srcOrd="1" destOrd="0" presId="urn:microsoft.com/office/officeart/2005/8/layout/hList7"/>
    <dgm:cxn modelId="{3632FB6B-648B-4B5E-B669-A198602E3215}" type="presOf" srcId="{4C1D68C2-F227-49E7-BC13-39291F83874A}" destId="{2D49D215-D59D-45BF-82D7-8D9807A362C4}" srcOrd="1" destOrd="0" presId="urn:microsoft.com/office/officeart/2005/8/layout/hList7"/>
    <dgm:cxn modelId="{C4F3266C-A637-45E6-9574-23530DBE4BDB}" srcId="{188D6BED-CF1C-4320-A231-0D0B55208306}" destId="{FC29351A-8E14-4BD0-81C1-4060900DD130}" srcOrd="0" destOrd="0" parTransId="{37FEE706-C754-4555-82D8-033F40190008}" sibTransId="{B3270ECD-F050-4601-B534-D9C786417C65}"/>
    <dgm:cxn modelId="{A4DAE96E-173F-4C61-B3D7-2D8FD3270999}" type="presOf" srcId="{B3270ECD-F050-4601-B534-D9C786417C65}" destId="{9D40CF39-D844-497B-A571-9B4D081933EF}" srcOrd="0" destOrd="0" presId="urn:microsoft.com/office/officeart/2005/8/layout/hList7"/>
    <dgm:cxn modelId="{983F9D55-4238-4CB6-B64F-CE9C91F6F063}" srcId="{188D6BED-CF1C-4320-A231-0D0B55208306}" destId="{128896A7-2009-4FA6-9D1F-B66818C8267D}" srcOrd="1" destOrd="0" parTransId="{ABA83AAA-2634-4FE3-83EF-798DEA5221DE}" sibTransId="{B51F398C-B443-4FC4-9996-D4A2A34771AC}"/>
    <dgm:cxn modelId="{E585E082-A81C-47FF-AC03-AA334E7E23D4}" type="presOf" srcId="{FC29351A-8E14-4BD0-81C1-4060900DD130}" destId="{9AEDE026-1F07-4E21-AD82-0165155305F0}" srcOrd="1" destOrd="0" presId="urn:microsoft.com/office/officeart/2005/8/layout/hList7"/>
    <dgm:cxn modelId="{A0F17289-110D-4AB0-940D-69FAB4EA16BD}" type="presOf" srcId="{213093EE-16BD-408A-A806-DDE08F486744}" destId="{0D20E602-3497-4E6E-AC3F-E03B3F154751}" srcOrd="0" destOrd="0" presId="urn:microsoft.com/office/officeart/2005/8/layout/hList7"/>
    <dgm:cxn modelId="{82EDB18D-2130-46A7-9C27-2AB5EDF62E98}" type="presOf" srcId="{213093EE-16BD-408A-A806-DDE08F486744}" destId="{A4B3BD33-DC84-42BA-B36C-8684DA54D206}" srcOrd="1" destOrd="0" presId="urn:microsoft.com/office/officeart/2005/8/layout/hList7"/>
    <dgm:cxn modelId="{F0BC7998-1698-48A9-BEAA-4068A06C1B97}" type="presOf" srcId="{B51F398C-B443-4FC4-9996-D4A2A34771AC}" destId="{84DE0EF0-E537-4365-832A-05CA10974F63}" srcOrd="0" destOrd="0" presId="urn:microsoft.com/office/officeart/2005/8/layout/hList7"/>
    <dgm:cxn modelId="{BEC441A0-0A18-4CFA-984A-A0B510ABA8BE}" srcId="{188D6BED-CF1C-4320-A231-0D0B55208306}" destId="{213093EE-16BD-408A-A806-DDE08F486744}" srcOrd="4" destOrd="0" parTransId="{9C38C945-C0C8-46A6-B97C-C871743B5736}" sibTransId="{E41363EE-C1F9-484B-9AEC-62604CF65A2C}"/>
    <dgm:cxn modelId="{9E756AB9-380B-4EA6-906D-96786E55E4E0}" type="presOf" srcId="{E41363EE-C1F9-484B-9AEC-62604CF65A2C}" destId="{05211C5D-4BB1-4BEB-BEBF-C2029D4DAC87}" srcOrd="0" destOrd="0" presId="urn:microsoft.com/office/officeart/2005/8/layout/hList7"/>
    <dgm:cxn modelId="{BA9443BF-ABA2-4AA5-83DE-80FD7FE2EF34}" type="presOf" srcId="{8459E70C-EB1B-4C98-8AB1-58A2A54824E6}" destId="{9A567117-59F5-4D3A-B557-36BACD04CC78}" srcOrd="0" destOrd="0" presId="urn:microsoft.com/office/officeart/2005/8/layout/hList7"/>
    <dgm:cxn modelId="{9411FED4-3835-488D-9B7F-CE921317A0F3}" type="presOf" srcId="{2F3A984B-1D1D-44AD-A666-606B7D0F0700}" destId="{08348075-3CF1-4F22-A6D9-D3B3A12A5B4E}" srcOrd="1" destOrd="0" presId="urn:microsoft.com/office/officeart/2005/8/layout/hList7"/>
    <dgm:cxn modelId="{F218B3E3-23C3-4BF9-8F8B-7112E6CF785A}" type="presOf" srcId="{128896A7-2009-4FA6-9D1F-B66818C8267D}" destId="{EF2A13EA-835D-435D-B373-C0F24B1A8F3B}" srcOrd="1" destOrd="0" presId="urn:microsoft.com/office/officeart/2005/8/layout/hList7"/>
    <dgm:cxn modelId="{2F31BBE4-F3B7-41C0-B485-A4A06B88FCD5}" type="presOf" srcId="{4C1D68C2-F227-49E7-BC13-39291F83874A}" destId="{0D5917C7-D514-4A54-9F25-AE795F5BF6F2}" srcOrd="0" destOrd="0" presId="urn:microsoft.com/office/officeart/2005/8/layout/hList7"/>
    <dgm:cxn modelId="{427260F2-8950-4602-AC28-9C7092A26E84}" srcId="{188D6BED-CF1C-4320-A231-0D0B55208306}" destId="{4C1D68C2-F227-49E7-BC13-39291F83874A}" srcOrd="2" destOrd="0" parTransId="{8B885A8B-A3C4-4FD3-8337-FA776D800F57}" sibTransId="{C7013735-3B20-4742-9A9D-219E1B853C0C}"/>
    <dgm:cxn modelId="{1AA313F6-0A5E-4BB4-BE89-D11DF325F5ED}" type="presOf" srcId="{2F3A984B-1D1D-44AD-A666-606B7D0F0700}" destId="{AAFC4CD1-B9C1-4074-9245-F129DCD7D181}" srcOrd="0" destOrd="0" presId="urn:microsoft.com/office/officeart/2005/8/layout/hList7"/>
    <dgm:cxn modelId="{8EB850F7-A2CE-49BF-B7ED-6AD429A79F91}" type="presOf" srcId="{FC29351A-8E14-4BD0-81C1-4060900DD130}" destId="{211EA8CB-4A39-4520-B1B0-4BF804AFC737}" srcOrd="0" destOrd="0" presId="urn:microsoft.com/office/officeart/2005/8/layout/hList7"/>
    <dgm:cxn modelId="{D8B86CCA-8DEA-4F5B-811B-528925EB469D}" type="presParOf" srcId="{E2EC5FE2-02F2-4226-BEE8-9A94F63EA46D}" destId="{9171929D-2524-4190-BDDF-43EE542E2FAD}" srcOrd="0" destOrd="0" presId="urn:microsoft.com/office/officeart/2005/8/layout/hList7"/>
    <dgm:cxn modelId="{F8FB81D0-CE8C-4C72-A428-50B85EFBB776}" type="presParOf" srcId="{E2EC5FE2-02F2-4226-BEE8-9A94F63EA46D}" destId="{728129E9-F565-4C36-83A4-8E5B43465EFE}" srcOrd="1" destOrd="0" presId="urn:microsoft.com/office/officeart/2005/8/layout/hList7"/>
    <dgm:cxn modelId="{4DB44B48-192C-4018-99A6-6FAF9260669F}" type="presParOf" srcId="{728129E9-F565-4C36-83A4-8E5B43465EFE}" destId="{D6AE9A5A-93BE-49CB-8997-9C7A1E5BB5AA}" srcOrd="0" destOrd="0" presId="urn:microsoft.com/office/officeart/2005/8/layout/hList7"/>
    <dgm:cxn modelId="{A7B98899-3AD3-400C-A2A9-29AA93035E4B}" type="presParOf" srcId="{D6AE9A5A-93BE-49CB-8997-9C7A1E5BB5AA}" destId="{211EA8CB-4A39-4520-B1B0-4BF804AFC737}" srcOrd="0" destOrd="0" presId="urn:microsoft.com/office/officeart/2005/8/layout/hList7"/>
    <dgm:cxn modelId="{9A309D78-861C-461E-90DE-429E03F38D05}" type="presParOf" srcId="{D6AE9A5A-93BE-49CB-8997-9C7A1E5BB5AA}" destId="{9AEDE026-1F07-4E21-AD82-0165155305F0}" srcOrd="1" destOrd="0" presId="urn:microsoft.com/office/officeart/2005/8/layout/hList7"/>
    <dgm:cxn modelId="{1AF51CA1-EFB8-41A7-BF29-54D170936233}" type="presParOf" srcId="{D6AE9A5A-93BE-49CB-8997-9C7A1E5BB5AA}" destId="{5BE869C6-8DBF-4DBC-ACBC-95033A8F68A7}" srcOrd="2" destOrd="0" presId="urn:microsoft.com/office/officeart/2005/8/layout/hList7"/>
    <dgm:cxn modelId="{7706895B-3DAC-4721-B358-AADE6957C0E9}" type="presParOf" srcId="{D6AE9A5A-93BE-49CB-8997-9C7A1E5BB5AA}" destId="{6C73803B-0081-4F19-8EC1-F19C3B6C70EC}" srcOrd="3" destOrd="0" presId="urn:microsoft.com/office/officeart/2005/8/layout/hList7"/>
    <dgm:cxn modelId="{2AEED0EA-83E9-4594-B498-EB7956FD7051}" type="presParOf" srcId="{728129E9-F565-4C36-83A4-8E5B43465EFE}" destId="{9D40CF39-D844-497B-A571-9B4D081933EF}" srcOrd="1" destOrd="0" presId="urn:microsoft.com/office/officeart/2005/8/layout/hList7"/>
    <dgm:cxn modelId="{3347DBE9-0E2B-4AB5-9567-2D4837D9355A}" type="presParOf" srcId="{728129E9-F565-4C36-83A4-8E5B43465EFE}" destId="{72C5A5C5-9658-483E-92A1-B6F7669970B8}" srcOrd="2" destOrd="0" presId="urn:microsoft.com/office/officeart/2005/8/layout/hList7"/>
    <dgm:cxn modelId="{50921629-4A72-4CB2-B7B7-9F7864186D20}" type="presParOf" srcId="{72C5A5C5-9658-483E-92A1-B6F7669970B8}" destId="{5771E32A-55A4-46DF-BF31-42C7DF26648C}" srcOrd="0" destOrd="0" presId="urn:microsoft.com/office/officeart/2005/8/layout/hList7"/>
    <dgm:cxn modelId="{B46B1DD3-38BF-4A57-83DB-74A04B431835}" type="presParOf" srcId="{72C5A5C5-9658-483E-92A1-B6F7669970B8}" destId="{EF2A13EA-835D-435D-B373-C0F24B1A8F3B}" srcOrd="1" destOrd="0" presId="urn:microsoft.com/office/officeart/2005/8/layout/hList7"/>
    <dgm:cxn modelId="{514059C8-0446-42E0-B0C8-9DC243E72375}" type="presParOf" srcId="{72C5A5C5-9658-483E-92A1-B6F7669970B8}" destId="{1CBBCC12-98B5-4FF9-8F04-539D66206FBD}" srcOrd="2" destOrd="0" presId="urn:microsoft.com/office/officeart/2005/8/layout/hList7"/>
    <dgm:cxn modelId="{A580404E-D29D-4566-AF9A-A25F22161E17}" type="presParOf" srcId="{72C5A5C5-9658-483E-92A1-B6F7669970B8}" destId="{9A9A80FD-1A97-4380-ABE7-04E569591F55}" srcOrd="3" destOrd="0" presId="urn:microsoft.com/office/officeart/2005/8/layout/hList7"/>
    <dgm:cxn modelId="{9725CA17-89D5-4544-BEC7-DD0E4C722E94}" type="presParOf" srcId="{728129E9-F565-4C36-83A4-8E5B43465EFE}" destId="{84DE0EF0-E537-4365-832A-05CA10974F63}" srcOrd="3" destOrd="0" presId="urn:microsoft.com/office/officeart/2005/8/layout/hList7"/>
    <dgm:cxn modelId="{7E6ADBB3-568D-4B84-8A06-4A6D8672A096}" type="presParOf" srcId="{728129E9-F565-4C36-83A4-8E5B43465EFE}" destId="{A2CF8BB0-C2BF-4EDE-B85E-0A189F5B98C4}" srcOrd="4" destOrd="0" presId="urn:microsoft.com/office/officeart/2005/8/layout/hList7"/>
    <dgm:cxn modelId="{E5495E7A-78C9-4710-8F38-7DBF0DA9D080}" type="presParOf" srcId="{A2CF8BB0-C2BF-4EDE-B85E-0A189F5B98C4}" destId="{0D5917C7-D514-4A54-9F25-AE795F5BF6F2}" srcOrd="0" destOrd="0" presId="urn:microsoft.com/office/officeart/2005/8/layout/hList7"/>
    <dgm:cxn modelId="{62EE4642-DB6F-4B7A-B4C1-21149A93FBCA}" type="presParOf" srcId="{A2CF8BB0-C2BF-4EDE-B85E-0A189F5B98C4}" destId="{2D49D215-D59D-45BF-82D7-8D9807A362C4}" srcOrd="1" destOrd="0" presId="urn:microsoft.com/office/officeart/2005/8/layout/hList7"/>
    <dgm:cxn modelId="{B8CFCFAB-496A-497B-AB7A-7F3D8CB8046F}" type="presParOf" srcId="{A2CF8BB0-C2BF-4EDE-B85E-0A189F5B98C4}" destId="{1308CAA9-539C-4A52-8DF2-38B24B4F3A3D}" srcOrd="2" destOrd="0" presId="urn:microsoft.com/office/officeart/2005/8/layout/hList7"/>
    <dgm:cxn modelId="{D91AAD63-2E4C-40B7-9728-89A1B7F45B3B}" type="presParOf" srcId="{A2CF8BB0-C2BF-4EDE-B85E-0A189F5B98C4}" destId="{8E52BE22-90F4-42AD-BF96-0D7B0A0A6176}" srcOrd="3" destOrd="0" presId="urn:microsoft.com/office/officeart/2005/8/layout/hList7"/>
    <dgm:cxn modelId="{0E423273-855E-4FEC-8259-4AD1B9F56DF5}" type="presParOf" srcId="{728129E9-F565-4C36-83A4-8E5B43465EFE}" destId="{FDEB39D9-BEB0-4882-AE35-72274C9459FD}" srcOrd="5" destOrd="0" presId="urn:microsoft.com/office/officeart/2005/8/layout/hList7"/>
    <dgm:cxn modelId="{514779CD-6C1B-4EEE-A7ED-460D34FE0649}" type="presParOf" srcId="{728129E9-F565-4C36-83A4-8E5B43465EFE}" destId="{57547428-21E9-4751-AB9D-3A8B7397145A}" srcOrd="6" destOrd="0" presId="urn:microsoft.com/office/officeart/2005/8/layout/hList7"/>
    <dgm:cxn modelId="{5AA6EC55-12C9-4767-A189-16CE4740DE55}" type="presParOf" srcId="{57547428-21E9-4751-AB9D-3A8B7397145A}" destId="{FE2561F8-6551-455B-B288-7D00AAADDEAC}" srcOrd="0" destOrd="0" presId="urn:microsoft.com/office/officeart/2005/8/layout/hList7"/>
    <dgm:cxn modelId="{5256E48D-C177-441E-9A21-C4B4BD78ED34}" type="presParOf" srcId="{57547428-21E9-4751-AB9D-3A8B7397145A}" destId="{3E6F9C8D-C228-4CC9-94AB-2EC39833D444}" srcOrd="1" destOrd="0" presId="urn:microsoft.com/office/officeart/2005/8/layout/hList7"/>
    <dgm:cxn modelId="{502B79BE-6FCC-4672-AB34-D59C57B1AD4D}" type="presParOf" srcId="{57547428-21E9-4751-AB9D-3A8B7397145A}" destId="{74A6B902-C3C4-4312-85DD-3369D8B3F24F}" srcOrd="2" destOrd="0" presId="urn:microsoft.com/office/officeart/2005/8/layout/hList7"/>
    <dgm:cxn modelId="{BD6A14C1-4ED1-4326-97E9-FFF25F9B220E}" type="presParOf" srcId="{57547428-21E9-4751-AB9D-3A8B7397145A}" destId="{D4EA1DB2-BA84-414D-8506-3FAF8311DF9C}" srcOrd="3" destOrd="0" presId="urn:microsoft.com/office/officeart/2005/8/layout/hList7"/>
    <dgm:cxn modelId="{F6C90E3F-B72E-4332-88C3-66731783B770}" type="presParOf" srcId="{728129E9-F565-4C36-83A4-8E5B43465EFE}" destId="{9A567117-59F5-4D3A-B557-36BACD04CC78}" srcOrd="7" destOrd="0" presId="urn:microsoft.com/office/officeart/2005/8/layout/hList7"/>
    <dgm:cxn modelId="{A17BB23F-4EE8-4118-8F49-0EC3409880EF}" type="presParOf" srcId="{728129E9-F565-4C36-83A4-8E5B43465EFE}" destId="{BE2B25A7-BE56-4EAF-B053-5A912ED7E3F2}" srcOrd="8" destOrd="0" presId="urn:microsoft.com/office/officeart/2005/8/layout/hList7"/>
    <dgm:cxn modelId="{32EAC81C-0E8B-4D7F-9ACE-91FF674CA96A}" type="presParOf" srcId="{BE2B25A7-BE56-4EAF-B053-5A912ED7E3F2}" destId="{0D20E602-3497-4E6E-AC3F-E03B3F154751}" srcOrd="0" destOrd="0" presId="urn:microsoft.com/office/officeart/2005/8/layout/hList7"/>
    <dgm:cxn modelId="{78D4E991-989A-40F2-964B-6A640C732A01}" type="presParOf" srcId="{BE2B25A7-BE56-4EAF-B053-5A912ED7E3F2}" destId="{A4B3BD33-DC84-42BA-B36C-8684DA54D206}" srcOrd="1" destOrd="0" presId="urn:microsoft.com/office/officeart/2005/8/layout/hList7"/>
    <dgm:cxn modelId="{A376C352-CD03-464B-B74A-AAA26AE202ED}" type="presParOf" srcId="{BE2B25A7-BE56-4EAF-B053-5A912ED7E3F2}" destId="{A2A3FC5D-14BF-4023-A9CB-DB34DDA225A7}" srcOrd="2" destOrd="0" presId="urn:microsoft.com/office/officeart/2005/8/layout/hList7"/>
    <dgm:cxn modelId="{553A53FB-68BE-437B-A119-3514B58F4A2C}" type="presParOf" srcId="{BE2B25A7-BE56-4EAF-B053-5A912ED7E3F2}" destId="{8DB4E806-4EF4-40DA-B674-BF1ADB934E71}" srcOrd="3" destOrd="0" presId="urn:microsoft.com/office/officeart/2005/8/layout/hList7"/>
    <dgm:cxn modelId="{AE6BB2D5-9258-4428-94F4-4DBE3A86A36E}" type="presParOf" srcId="{728129E9-F565-4C36-83A4-8E5B43465EFE}" destId="{05211C5D-4BB1-4BEB-BEBF-C2029D4DAC87}" srcOrd="9" destOrd="0" presId="urn:microsoft.com/office/officeart/2005/8/layout/hList7"/>
    <dgm:cxn modelId="{608C7BE8-D8CC-406B-88D2-020A9C5A8B18}" type="presParOf" srcId="{728129E9-F565-4C36-83A4-8E5B43465EFE}" destId="{5C1C6086-FB64-4F8C-8880-5291532DCFDC}" srcOrd="10" destOrd="0" presId="urn:microsoft.com/office/officeart/2005/8/layout/hList7"/>
    <dgm:cxn modelId="{D845CC56-5F7A-40D7-B402-91230D0670D8}" type="presParOf" srcId="{5C1C6086-FB64-4F8C-8880-5291532DCFDC}" destId="{AAFC4CD1-B9C1-4074-9245-F129DCD7D181}" srcOrd="0" destOrd="0" presId="urn:microsoft.com/office/officeart/2005/8/layout/hList7"/>
    <dgm:cxn modelId="{A033EC4C-8B19-408C-AB1F-E4D63662A363}" type="presParOf" srcId="{5C1C6086-FB64-4F8C-8880-5291532DCFDC}" destId="{08348075-3CF1-4F22-A6D9-D3B3A12A5B4E}" srcOrd="1" destOrd="0" presId="urn:microsoft.com/office/officeart/2005/8/layout/hList7"/>
    <dgm:cxn modelId="{14502C8E-B78C-4FF5-AC0E-1FBC726B42CC}" type="presParOf" srcId="{5C1C6086-FB64-4F8C-8880-5291532DCFDC}" destId="{D231CDDE-B3F6-43CC-9C32-177BAD8711B9}" srcOrd="2" destOrd="0" presId="urn:microsoft.com/office/officeart/2005/8/layout/hList7"/>
    <dgm:cxn modelId="{21B2973C-C539-4A06-8269-46FAC2D6D421}" type="presParOf" srcId="{5C1C6086-FB64-4F8C-8880-5291532DCFDC}" destId="{837CF0E2-2623-4D18-9BC3-73ED266B0F93}" srcOrd="3" destOrd="0" presId="urn:microsoft.com/office/officeart/2005/8/layout/hList7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9CE77D-3B01-4C6A-BB08-EFD466E74DB1}" type="doc">
      <dgm:prSet loTypeId="urn:microsoft.com/office/officeart/2005/8/layout/hList7" loCatId="list" qsTypeId="urn:microsoft.com/office/officeart/2005/8/quickstyle/3d5" qsCatId="3D" csTypeId="urn:microsoft.com/office/officeart/2005/8/colors/accent1_2" csCatId="accent1" phldr="1"/>
      <dgm:spPr/>
    </dgm:pt>
    <dgm:pt modelId="{627EA86E-8173-4711-8781-1C735531ACC5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Homepage</a:t>
          </a:r>
        </a:p>
      </dgm:t>
    </dgm:pt>
    <dgm:pt modelId="{07712781-7FE4-4A6A-A5D4-2C54A2BBA135}" type="parTrans" cxnId="{6BD701DA-5CD6-412A-B2F2-B7F0F826593C}">
      <dgm:prSet/>
      <dgm:spPr/>
      <dgm:t>
        <a:bodyPr/>
        <a:lstStyle/>
        <a:p>
          <a:endParaRPr lang="en-US"/>
        </a:p>
      </dgm:t>
    </dgm:pt>
    <dgm:pt modelId="{F3292F21-C306-4E94-ABED-D0045E3B283F}" type="sibTrans" cxnId="{6BD701DA-5CD6-412A-B2F2-B7F0F826593C}">
      <dgm:prSet/>
      <dgm:spPr/>
      <dgm:t>
        <a:bodyPr/>
        <a:lstStyle/>
        <a:p>
          <a:endParaRPr lang="en-US"/>
        </a:p>
      </dgm:t>
    </dgm:pt>
    <dgm:pt modelId="{ACF82429-AAFE-4A4C-873C-089D399DB68E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Compatibility Testing</a:t>
          </a:r>
        </a:p>
      </dgm:t>
    </dgm:pt>
    <dgm:pt modelId="{9CB543EF-8D27-48BA-97C9-FFF0EBDD6065}" type="parTrans" cxnId="{1157DD00-02F0-4E97-9455-0D4F8AF22389}">
      <dgm:prSet/>
      <dgm:spPr/>
      <dgm:t>
        <a:bodyPr/>
        <a:lstStyle/>
        <a:p>
          <a:endParaRPr lang="en-US"/>
        </a:p>
      </dgm:t>
    </dgm:pt>
    <dgm:pt modelId="{69BE9023-13E4-4FB7-BB55-7B961BA4D67D}" type="sibTrans" cxnId="{1157DD00-02F0-4E97-9455-0D4F8AF22389}">
      <dgm:prSet/>
      <dgm:spPr/>
      <dgm:t>
        <a:bodyPr/>
        <a:lstStyle/>
        <a:p>
          <a:endParaRPr lang="en-US"/>
        </a:p>
      </dgm:t>
    </dgm:pt>
    <dgm:pt modelId="{F319D3AC-151F-4D8B-9572-1F2715B65AAD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Interruption Testing</a:t>
          </a:r>
        </a:p>
      </dgm:t>
    </dgm:pt>
    <dgm:pt modelId="{C895ABC4-AB35-4711-B746-135F1BD9EA17}" type="parTrans" cxnId="{927B451C-BD61-40EB-B09F-FD9CF728BDC5}">
      <dgm:prSet/>
      <dgm:spPr/>
      <dgm:t>
        <a:bodyPr/>
        <a:lstStyle/>
        <a:p>
          <a:endParaRPr lang="en-US"/>
        </a:p>
      </dgm:t>
    </dgm:pt>
    <dgm:pt modelId="{264F5E6B-25EC-48FF-9800-C1D6BB35EA73}" type="sibTrans" cxnId="{927B451C-BD61-40EB-B09F-FD9CF728BDC5}">
      <dgm:prSet/>
      <dgm:spPr/>
      <dgm:t>
        <a:bodyPr/>
        <a:lstStyle/>
        <a:p>
          <a:endParaRPr lang="en-US"/>
        </a:p>
      </dgm:t>
    </dgm:pt>
    <dgm:pt modelId="{EC0B8AE2-4C56-494B-BD49-1847E8F0B583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Performance Testing</a:t>
          </a:r>
        </a:p>
      </dgm:t>
    </dgm:pt>
    <dgm:pt modelId="{3A8BA183-66A1-454D-973C-55EF4AFC5BF9}" type="parTrans" cxnId="{C7A8545C-7C67-420C-8B47-871D569C8928}">
      <dgm:prSet/>
      <dgm:spPr/>
      <dgm:t>
        <a:bodyPr/>
        <a:lstStyle/>
        <a:p>
          <a:endParaRPr lang="en-US"/>
        </a:p>
      </dgm:t>
    </dgm:pt>
    <dgm:pt modelId="{1B1F470B-54D1-4717-A5CF-EDA8FD17F54A}" type="sibTrans" cxnId="{C7A8545C-7C67-420C-8B47-871D569C8928}">
      <dgm:prSet/>
      <dgm:spPr/>
      <dgm:t>
        <a:bodyPr/>
        <a:lstStyle/>
        <a:p>
          <a:endParaRPr lang="en-US"/>
        </a:p>
      </dgm:t>
    </dgm:pt>
    <dgm:pt modelId="{129F287E-4B65-40B0-86CC-3CC3355496BF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Smoke Testing</a:t>
          </a:r>
        </a:p>
      </dgm:t>
    </dgm:pt>
    <dgm:pt modelId="{B925629F-D2A1-4F34-B00B-92ACC81700E7}" type="parTrans" cxnId="{45CCF109-CE81-47C5-8FF4-C300F394828D}">
      <dgm:prSet/>
      <dgm:spPr/>
      <dgm:t>
        <a:bodyPr/>
        <a:lstStyle/>
        <a:p>
          <a:endParaRPr lang="en-US"/>
        </a:p>
      </dgm:t>
    </dgm:pt>
    <dgm:pt modelId="{6EC792D4-FF25-4455-A246-81E8B406E6B5}" type="sibTrans" cxnId="{45CCF109-CE81-47C5-8FF4-C300F394828D}">
      <dgm:prSet/>
      <dgm:spPr/>
      <dgm:t>
        <a:bodyPr/>
        <a:lstStyle/>
        <a:p>
          <a:endParaRPr lang="en-US"/>
        </a:p>
      </dgm:t>
    </dgm:pt>
    <dgm:pt modelId="{95000F7F-2559-4CDA-B0A9-F1E908B90984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Mobile app</a:t>
          </a:r>
        </a:p>
      </dgm:t>
    </dgm:pt>
    <dgm:pt modelId="{19F64A0A-504F-4695-B424-793AF6D7ECE1}" type="parTrans" cxnId="{73C57B09-AFA1-4AE0-8E86-6D326880C676}">
      <dgm:prSet/>
      <dgm:spPr/>
      <dgm:t>
        <a:bodyPr/>
        <a:lstStyle/>
        <a:p>
          <a:endParaRPr lang="en-US"/>
        </a:p>
      </dgm:t>
    </dgm:pt>
    <dgm:pt modelId="{4D939C89-088F-4DB6-8725-EADB4334E4AF}" type="sibTrans" cxnId="{73C57B09-AFA1-4AE0-8E86-6D326880C676}">
      <dgm:prSet/>
      <dgm:spPr/>
      <dgm:t>
        <a:bodyPr/>
        <a:lstStyle/>
        <a:p>
          <a:endParaRPr lang="en-US"/>
        </a:p>
      </dgm:t>
    </dgm:pt>
    <dgm:pt modelId="{88589221-CB92-4FB5-9A83-D043F1F7F3DC}" type="pres">
      <dgm:prSet presAssocID="{B49CE77D-3B01-4C6A-BB08-EFD466E74DB1}" presName="Name0" presStyleCnt="0">
        <dgm:presLayoutVars>
          <dgm:dir/>
          <dgm:resizeHandles val="exact"/>
        </dgm:presLayoutVars>
      </dgm:prSet>
      <dgm:spPr/>
    </dgm:pt>
    <dgm:pt modelId="{0046B8BA-3ACB-4E54-97A8-1CD49438CE53}" type="pres">
      <dgm:prSet presAssocID="{B49CE77D-3B01-4C6A-BB08-EFD466E74DB1}" presName="fgShape" presStyleLbl="fgShp" presStyleIdx="0" presStyleCnt="1"/>
      <dgm:spPr/>
    </dgm:pt>
    <dgm:pt modelId="{FEBB3CBC-755C-4620-806C-8768D3726759}" type="pres">
      <dgm:prSet presAssocID="{B49CE77D-3B01-4C6A-BB08-EFD466E74DB1}" presName="linComp" presStyleCnt="0"/>
      <dgm:spPr/>
    </dgm:pt>
    <dgm:pt modelId="{274218B9-5750-4273-865B-3FDBA9F7B678}" type="pres">
      <dgm:prSet presAssocID="{627EA86E-8173-4711-8781-1C735531ACC5}" presName="compNode" presStyleCnt="0"/>
      <dgm:spPr/>
    </dgm:pt>
    <dgm:pt modelId="{07B510A7-D269-4725-8C9B-C4B44AA96CC8}" type="pres">
      <dgm:prSet presAssocID="{627EA86E-8173-4711-8781-1C735531ACC5}" presName="bkgdShape" presStyleLbl="node1" presStyleIdx="0" presStyleCnt="6" custLinFactNeighborX="403" custLinFactNeighborY="-852"/>
      <dgm:spPr/>
    </dgm:pt>
    <dgm:pt modelId="{E4438B06-8819-4BC6-AC3D-96CC0A5BFBE5}" type="pres">
      <dgm:prSet presAssocID="{627EA86E-8173-4711-8781-1C735531ACC5}" presName="nodeTx" presStyleLbl="node1" presStyleIdx="0" presStyleCnt="6">
        <dgm:presLayoutVars>
          <dgm:bulletEnabled val="1"/>
        </dgm:presLayoutVars>
      </dgm:prSet>
      <dgm:spPr/>
    </dgm:pt>
    <dgm:pt modelId="{1EBCBCBF-57F6-46F3-9179-EF6E18A21F61}" type="pres">
      <dgm:prSet presAssocID="{627EA86E-8173-4711-8781-1C735531ACC5}" presName="invisiNode" presStyleLbl="node1" presStyleIdx="0" presStyleCnt="6"/>
      <dgm:spPr/>
    </dgm:pt>
    <dgm:pt modelId="{84024E89-3A3E-49E0-A29D-01F6CC2DB47D}" type="pres">
      <dgm:prSet presAssocID="{627EA86E-8173-4711-8781-1C735531ACC5}" presName="imagNode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book with solid fill"/>
        </a:ext>
      </dgm:extLst>
    </dgm:pt>
    <dgm:pt modelId="{A7D94946-D070-4790-BE99-D09422B0878E}" type="pres">
      <dgm:prSet presAssocID="{F3292F21-C306-4E94-ABED-D0045E3B283F}" presName="sibTrans" presStyleLbl="sibTrans2D1" presStyleIdx="0" presStyleCnt="0"/>
      <dgm:spPr/>
    </dgm:pt>
    <dgm:pt modelId="{B11372AB-5A18-45C8-B250-CC57F62EAF83}" type="pres">
      <dgm:prSet presAssocID="{ACF82429-AAFE-4A4C-873C-089D399DB68E}" presName="compNode" presStyleCnt="0"/>
      <dgm:spPr/>
    </dgm:pt>
    <dgm:pt modelId="{01F14A6F-B369-4D15-AE34-2E41C44F58C7}" type="pres">
      <dgm:prSet presAssocID="{ACF82429-AAFE-4A4C-873C-089D399DB68E}" presName="bkgdShape" presStyleLbl="node1" presStyleIdx="1" presStyleCnt="6"/>
      <dgm:spPr/>
    </dgm:pt>
    <dgm:pt modelId="{FA378C59-B2BA-471C-8DC7-EBF6CCB646A7}" type="pres">
      <dgm:prSet presAssocID="{ACF82429-AAFE-4A4C-873C-089D399DB68E}" presName="nodeTx" presStyleLbl="node1" presStyleIdx="1" presStyleCnt="6">
        <dgm:presLayoutVars>
          <dgm:bulletEnabled val="1"/>
        </dgm:presLayoutVars>
      </dgm:prSet>
      <dgm:spPr/>
    </dgm:pt>
    <dgm:pt modelId="{B5A80081-72B2-4043-AA50-E7F4D93A8C4D}" type="pres">
      <dgm:prSet presAssocID="{ACF82429-AAFE-4A4C-873C-089D399DB68E}" presName="invisiNode" presStyleLbl="node1" presStyleIdx="1" presStyleCnt="6"/>
      <dgm:spPr/>
    </dgm:pt>
    <dgm:pt modelId="{983FAD7C-A92F-4DFD-8937-404ACFFD6F44}" type="pres">
      <dgm:prSet presAssocID="{ACF82429-AAFE-4A4C-873C-089D399DB68E}" presName="imagNode" presStyleLbl="fgImgPlac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n and woman with solid fill"/>
        </a:ext>
      </dgm:extLst>
    </dgm:pt>
    <dgm:pt modelId="{F08DC667-EFAC-44B0-8E67-93E1CB957D75}" type="pres">
      <dgm:prSet presAssocID="{69BE9023-13E4-4FB7-BB55-7B961BA4D67D}" presName="sibTrans" presStyleLbl="sibTrans2D1" presStyleIdx="0" presStyleCnt="0"/>
      <dgm:spPr/>
    </dgm:pt>
    <dgm:pt modelId="{EB67B385-A01F-4138-B085-6CD43A867509}" type="pres">
      <dgm:prSet presAssocID="{F319D3AC-151F-4D8B-9572-1F2715B65AAD}" presName="compNode" presStyleCnt="0"/>
      <dgm:spPr/>
    </dgm:pt>
    <dgm:pt modelId="{6FD35D8F-31D1-4AEA-B9C7-BF8C2A43D7E1}" type="pres">
      <dgm:prSet presAssocID="{F319D3AC-151F-4D8B-9572-1F2715B65AAD}" presName="bkgdShape" presStyleLbl="node1" presStyleIdx="2" presStyleCnt="6"/>
      <dgm:spPr/>
    </dgm:pt>
    <dgm:pt modelId="{1E38A06B-6179-4065-A04F-1EE0D780F92D}" type="pres">
      <dgm:prSet presAssocID="{F319D3AC-151F-4D8B-9572-1F2715B65AAD}" presName="nodeTx" presStyleLbl="node1" presStyleIdx="2" presStyleCnt="6">
        <dgm:presLayoutVars>
          <dgm:bulletEnabled val="1"/>
        </dgm:presLayoutVars>
      </dgm:prSet>
      <dgm:spPr/>
    </dgm:pt>
    <dgm:pt modelId="{4283E2A5-DAD9-4C08-B53E-AD1341E895A7}" type="pres">
      <dgm:prSet presAssocID="{F319D3AC-151F-4D8B-9572-1F2715B65AAD}" presName="invisiNode" presStyleLbl="node1" presStyleIdx="2" presStyleCnt="6"/>
      <dgm:spPr/>
    </dgm:pt>
    <dgm:pt modelId="{5E71144E-269D-4021-861A-020DFA122DC6}" type="pres">
      <dgm:prSet presAssocID="{F319D3AC-151F-4D8B-9572-1F2715B65AAD}" presName="imagNode" presStyleLbl="fgImgPlac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w Vision with solid fill"/>
        </a:ext>
      </dgm:extLst>
    </dgm:pt>
    <dgm:pt modelId="{C0079FD1-188A-43A7-9161-6792051754F4}" type="pres">
      <dgm:prSet presAssocID="{264F5E6B-25EC-48FF-9800-C1D6BB35EA73}" presName="sibTrans" presStyleLbl="sibTrans2D1" presStyleIdx="0" presStyleCnt="0"/>
      <dgm:spPr/>
    </dgm:pt>
    <dgm:pt modelId="{CFF22A4D-F4D4-40B9-A19E-7ABADAE38D3C}" type="pres">
      <dgm:prSet presAssocID="{EC0B8AE2-4C56-494B-BD49-1847E8F0B583}" presName="compNode" presStyleCnt="0"/>
      <dgm:spPr/>
    </dgm:pt>
    <dgm:pt modelId="{D37D337C-51CF-402A-AA8C-7D42328CB824}" type="pres">
      <dgm:prSet presAssocID="{EC0B8AE2-4C56-494B-BD49-1847E8F0B583}" presName="bkgdShape" presStyleLbl="node1" presStyleIdx="3" presStyleCnt="6"/>
      <dgm:spPr/>
    </dgm:pt>
    <dgm:pt modelId="{ABD70C9A-118C-4375-B46A-D63B38667F3C}" type="pres">
      <dgm:prSet presAssocID="{EC0B8AE2-4C56-494B-BD49-1847E8F0B583}" presName="nodeTx" presStyleLbl="node1" presStyleIdx="3" presStyleCnt="6">
        <dgm:presLayoutVars>
          <dgm:bulletEnabled val="1"/>
        </dgm:presLayoutVars>
      </dgm:prSet>
      <dgm:spPr/>
    </dgm:pt>
    <dgm:pt modelId="{ADE0C17E-FDC5-4478-AA04-2A28DDA8118C}" type="pres">
      <dgm:prSet presAssocID="{EC0B8AE2-4C56-494B-BD49-1847E8F0B583}" presName="invisiNode" presStyleLbl="node1" presStyleIdx="3" presStyleCnt="6"/>
      <dgm:spPr/>
    </dgm:pt>
    <dgm:pt modelId="{AF106B03-B4E5-478F-A03E-4CB8AB8D1386}" type="pres">
      <dgm:prSet presAssocID="{EC0B8AE2-4C56-494B-BD49-1847E8F0B583}" presName="imagNode" presStyleLbl="fgImgPlac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dy builder with solid fill"/>
        </a:ext>
      </dgm:extLst>
    </dgm:pt>
    <dgm:pt modelId="{7717010F-5E08-4D00-9E28-73DADCE694FD}" type="pres">
      <dgm:prSet presAssocID="{1B1F470B-54D1-4717-A5CF-EDA8FD17F54A}" presName="sibTrans" presStyleLbl="sibTrans2D1" presStyleIdx="0" presStyleCnt="0"/>
      <dgm:spPr/>
    </dgm:pt>
    <dgm:pt modelId="{80740C1E-64DC-405D-AF16-714E8F9DEDA5}" type="pres">
      <dgm:prSet presAssocID="{129F287E-4B65-40B0-86CC-3CC3355496BF}" presName="compNode" presStyleCnt="0"/>
      <dgm:spPr/>
    </dgm:pt>
    <dgm:pt modelId="{2AD21465-8DCF-45BE-85BD-4485610858F8}" type="pres">
      <dgm:prSet presAssocID="{129F287E-4B65-40B0-86CC-3CC3355496BF}" presName="bkgdShape" presStyleLbl="node1" presStyleIdx="4" presStyleCnt="6"/>
      <dgm:spPr/>
    </dgm:pt>
    <dgm:pt modelId="{81671C8F-07C8-437A-8ABB-EC0F0A6BC1CC}" type="pres">
      <dgm:prSet presAssocID="{129F287E-4B65-40B0-86CC-3CC3355496BF}" presName="nodeTx" presStyleLbl="node1" presStyleIdx="4" presStyleCnt="6">
        <dgm:presLayoutVars>
          <dgm:bulletEnabled val="1"/>
        </dgm:presLayoutVars>
      </dgm:prSet>
      <dgm:spPr/>
    </dgm:pt>
    <dgm:pt modelId="{E68A05CB-FB8B-43A4-B2CD-D4279A831E4D}" type="pres">
      <dgm:prSet presAssocID="{129F287E-4B65-40B0-86CC-3CC3355496BF}" presName="invisiNode" presStyleLbl="node1" presStyleIdx="4" presStyleCnt="6"/>
      <dgm:spPr/>
    </dgm:pt>
    <dgm:pt modelId="{EEB44834-9426-4FC2-AC69-64BB7F993457}" type="pres">
      <dgm:prSet presAssocID="{129F287E-4B65-40B0-86CC-3CC3355496BF}" presName="imagNode" presStyleLbl="fgImgPlace1" presStyleIdx="4" presStyleCnt="6"/>
      <dgm:spPr>
        <a:blipFill rotWithShape="1"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print with solid fill"/>
        </a:ext>
      </dgm:extLst>
    </dgm:pt>
    <dgm:pt modelId="{1A03F716-993A-4441-AD31-C83BEA21BBE5}" type="pres">
      <dgm:prSet presAssocID="{6EC792D4-FF25-4455-A246-81E8B406E6B5}" presName="sibTrans" presStyleLbl="sibTrans2D1" presStyleIdx="0" presStyleCnt="0"/>
      <dgm:spPr/>
    </dgm:pt>
    <dgm:pt modelId="{3308B5F0-C04C-428B-A321-3B5C6D8D0770}" type="pres">
      <dgm:prSet presAssocID="{95000F7F-2559-4CDA-B0A9-F1E908B90984}" presName="compNode" presStyleCnt="0"/>
      <dgm:spPr/>
    </dgm:pt>
    <dgm:pt modelId="{FB4A175B-F148-4458-90EC-EC2C1544541A}" type="pres">
      <dgm:prSet presAssocID="{95000F7F-2559-4CDA-B0A9-F1E908B90984}" presName="bkgdShape" presStyleLbl="node1" presStyleIdx="5" presStyleCnt="6"/>
      <dgm:spPr/>
    </dgm:pt>
    <dgm:pt modelId="{8ACC833A-FA2F-4CA3-BC0F-50400ED75730}" type="pres">
      <dgm:prSet presAssocID="{95000F7F-2559-4CDA-B0A9-F1E908B90984}" presName="nodeTx" presStyleLbl="node1" presStyleIdx="5" presStyleCnt="6">
        <dgm:presLayoutVars>
          <dgm:bulletEnabled val="1"/>
        </dgm:presLayoutVars>
      </dgm:prSet>
      <dgm:spPr/>
    </dgm:pt>
    <dgm:pt modelId="{AE3C335B-63D7-4210-8C90-D137D7B44A8B}" type="pres">
      <dgm:prSet presAssocID="{95000F7F-2559-4CDA-B0A9-F1E908B90984}" presName="invisiNode" presStyleLbl="node1" presStyleIdx="5" presStyleCnt="6"/>
      <dgm:spPr/>
    </dgm:pt>
    <dgm:pt modelId="{D1782C45-D92D-41D5-B8CB-4B08056733AC}" type="pres">
      <dgm:prSet presAssocID="{95000F7F-2559-4CDA-B0A9-F1E908B90984}" presName="imagNode" presStyleLbl="fgImgPlac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print with solid fill"/>
        </a:ext>
      </dgm:extLst>
    </dgm:pt>
  </dgm:ptLst>
  <dgm:cxnLst>
    <dgm:cxn modelId="{1157DD00-02F0-4E97-9455-0D4F8AF22389}" srcId="{B49CE77D-3B01-4C6A-BB08-EFD466E74DB1}" destId="{ACF82429-AAFE-4A4C-873C-089D399DB68E}" srcOrd="1" destOrd="0" parTransId="{9CB543EF-8D27-48BA-97C9-FFF0EBDD6065}" sibTransId="{69BE9023-13E4-4FB7-BB55-7B961BA4D67D}"/>
    <dgm:cxn modelId="{CF30DE02-20CE-41A2-8E3D-633DD391B33D}" type="presOf" srcId="{B49CE77D-3B01-4C6A-BB08-EFD466E74DB1}" destId="{88589221-CB92-4FB5-9A83-D043F1F7F3DC}" srcOrd="0" destOrd="0" presId="urn:microsoft.com/office/officeart/2005/8/layout/hList7"/>
    <dgm:cxn modelId="{73C57B09-AFA1-4AE0-8E86-6D326880C676}" srcId="{B49CE77D-3B01-4C6A-BB08-EFD466E74DB1}" destId="{95000F7F-2559-4CDA-B0A9-F1E908B90984}" srcOrd="5" destOrd="0" parTransId="{19F64A0A-504F-4695-B424-793AF6D7ECE1}" sibTransId="{4D939C89-088F-4DB6-8725-EADB4334E4AF}"/>
    <dgm:cxn modelId="{45CCF109-CE81-47C5-8FF4-C300F394828D}" srcId="{B49CE77D-3B01-4C6A-BB08-EFD466E74DB1}" destId="{129F287E-4B65-40B0-86CC-3CC3355496BF}" srcOrd="4" destOrd="0" parTransId="{B925629F-D2A1-4F34-B00B-92ACC81700E7}" sibTransId="{6EC792D4-FF25-4455-A246-81E8B406E6B5}"/>
    <dgm:cxn modelId="{927B451C-BD61-40EB-B09F-FD9CF728BDC5}" srcId="{B49CE77D-3B01-4C6A-BB08-EFD466E74DB1}" destId="{F319D3AC-151F-4D8B-9572-1F2715B65AAD}" srcOrd="2" destOrd="0" parTransId="{C895ABC4-AB35-4711-B746-135F1BD9EA17}" sibTransId="{264F5E6B-25EC-48FF-9800-C1D6BB35EA73}"/>
    <dgm:cxn modelId="{EFCE6825-9EEF-4DDE-BE0E-931BB82DCDBD}" type="presOf" srcId="{69BE9023-13E4-4FB7-BB55-7B961BA4D67D}" destId="{F08DC667-EFAC-44B0-8E67-93E1CB957D75}" srcOrd="0" destOrd="0" presId="urn:microsoft.com/office/officeart/2005/8/layout/hList7"/>
    <dgm:cxn modelId="{1D86E428-E5C1-49CB-B873-C01948B4FEB8}" type="presOf" srcId="{EC0B8AE2-4C56-494B-BD49-1847E8F0B583}" destId="{D37D337C-51CF-402A-AA8C-7D42328CB824}" srcOrd="0" destOrd="0" presId="urn:microsoft.com/office/officeart/2005/8/layout/hList7"/>
    <dgm:cxn modelId="{83BC9C32-82C7-4792-9943-BB6D2A0C0000}" type="presOf" srcId="{ACF82429-AAFE-4A4C-873C-089D399DB68E}" destId="{01F14A6F-B369-4D15-AE34-2E41C44F58C7}" srcOrd="0" destOrd="0" presId="urn:microsoft.com/office/officeart/2005/8/layout/hList7"/>
    <dgm:cxn modelId="{C7A8545C-7C67-420C-8B47-871D569C8928}" srcId="{B49CE77D-3B01-4C6A-BB08-EFD466E74DB1}" destId="{EC0B8AE2-4C56-494B-BD49-1847E8F0B583}" srcOrd="3" destOrd="0" parTransId="{3A8BA183-66A1-454D-973C-55EF4AFC5BF9}" sibTransId="{1B1F470B-54D1-4717-A5CF-EDA8FD17F54A}"/>
    <dgm:cxn modelId="{AD917A4E-F94D-4D52-83E3-DE63B68E8FF5}" type="presOf" srcId="{95000F7F-2559-4CDA-B0A9-F1E908B90984}" destId="{FB4A175B-F148-4458-90EC-EC2C1544541A}" srcOrd="0" destOrd="0" presId="urn:microsoft.com/office/officeart/2005/8/layout/hList7"/>
    <dgm:cxn modelId="{22B1A357-ABAB-4E4E-8CA6-0EE1EC9628B6}" type="presOf" srcId="{627EA86E-8173-4711-8781-1C735531ACC5}" destId="{E4438B06-8819-4BC6-AC3D-96CC0A5BFBE5}" srcOrd="1" destOrd="0" presId="urn:microsoft.com/office/officeart/2005/8/layout/hList7"/>
    <dgm:cxn modelId="{75EE9A59-9210-4053-9C74-9FA246F4C2BB}" type="presOf" srcId="{ACF82429-AAFE-4A4C-873C-089D399DB68E}" destId="{FA378C59-B2BA-471C-8DC7-EBF6CCB646A7}" srcOrd="1" destOrd="0" presId="urn:microsoft.com/office/officeart/2005/8/layout/hList7"/>
    <dgm:cxn modelId="{5684AE79-8FF6-43AB-941A-2B9A70636DD2}" type="presOf" srcId="{6EC792D4-FF25-4455-A246-81E8B406E6B5}" destId="{1A03F716-993A-4441-AD31-C83BEA21BBE5}" srcOrd="0" destOrd="0" presId="urn:microsoft.com/office/officeart/2005/8/layout/hList7"/>
    <dgm:cxn modelId="{A1400085-6854-497F-AFE2-A70621BAE1FA}" type="presOf" srcId="{F319D3AC-151F-4D8B-9572-1F2715B65AAD}" destId="{6FD35D8F-31D1-4AEA-B9C7-BF8C2A43D7E1}" srcOrd="0" destOrd="0" presId="urn:microsoft.com/office/officeart/2005/8/layout/hList7"/>
    <dgm:cxn modelId="{FD712B9D-16C7-4AC8-8533-2E3E3B504665}" type="presOf" srcId="{EC0B8AE2-4C56-494B-BD49-1847E8F0B583}" destId="{ABD70C9A-118C-4375-B46A-D63B38667F3C}" srcOrd="1" destOrd="0" presId="urn:microsoft.com/office/officeart/2005/8/layout/hList7"/>
    <dgm:cxn modelId="{FFAA32BA-EBF4-4A1C-B0B0-622F435CF209}" type="presOf" srcId="{95000F7F-2559-4CDA-B0A9-F1E908B90984}" destId="{8ACC833A-FA2F-4CA3-BC0F-50400ED75730}" srcOrd="1" destOrd="0" presId="urn:microsoft.com/office/officeart/2005/8/layout/hList7"/>
    <dgm:cxn modelId="{E0A115BC-BEA6-4E45-98B8-571217E6AA88}" type="presOf" srcId="{F319D3AC-151F-4D8B-9572-1F2715B65AAD}" destId="{1E38A06B-6179-4065-A04F-1EE0D780F92D}" srcOrd="1" destOrd="0" presId="urn:microsoft.com/office/officeart/2005/8/layout/hList7"/>
    <dgm:cxn modelId="{63CEECC0-26B6-4F28-AA52-7497F1CFE3F6}" type="presOf" srcId="{F3292F21-C306-4E94-ABED-D0045E3B283F}" destId="{A7D94946-D070-4790-BE99-D09422B0878E}" srcOrd="0" destOrd="0" presId="urn:microsoft.com/office/officeart/2005/8/layout/hList7"/>
    <dgm:cxn modelId="{1C5731C5-B6F0-488C-9B29-2FDBEA6B62A8}" type="presOf" srcId="{129F287E-4B65-40B0-86CC-3CC3355496BF}" destId="{2AD21465-8DCF-45BE-85BD-4485610858F8}" srcOrd="0" destOrd="0" presId="urn:microsoft.com/office/officeart/2005/8/layout/hList7"/>
    <dgm:cxn modelId="{A32698D3-7881-4991-9DD4-97F274679B44}" type="presOf" srcId="{627EA86E-8173-4711-8781-1C735531ACC5}" destId="{07B510A7-D269-4725-8C9B-C4B44AA96CC8}" srcOrd="0" destOrd="0" presId="urn:microsoft.com/office/officeart/2005/8/layout/hList7"/>
    <dgm:cxn modelId="{6BD701DA-5CD6-412A-B2F2-B7F0F826593C}" srcId="{B49CE77D-3B01-4C6A-BB08-EFD466E74DB1}" destId="{627EA86E-8173-4711-8781-1C735531ACC5}" srcOrd="0" destOrd="0" parTransId="{07712781-7FE4-4A6A-A5D4-2C54A2BBA135}" sibTransId="{F3292F21-C306-4E94-ABED-D0045E3B283F}"/>
    <dgm:cxn modelId="{67211BE4-9B90-4705-B2CB-0CDC96F5D5F4}" type="presOf" srcId="{129F287E-4B65-40B0-86CC-3CC3355496BF}" destId="{81671C8F-07C8-437A-8ABB-EC0F0A6BC1CC}" srcOrd="1" destOrd="0" presId="urn:microsoft.com/office/officeart/2005/8/layout/hList7"/>
    <dgm:cxn modelId="{59B9CBE8-6D7B-4A08-85EB-939867B5F855}" type="presOf" srcId="{1B1F470B-54D1-4717-A5CF-EDA8FD17F54A}" destId="{7717010F-5E08-4D00-9E28-73DADCE694FD}" srcOrd="0" destOrd="0" presId="urn:microsoft.com/office/officeart/2005/8/layout/hList7"/>
    <dgm:cxn modelId="{20C81DF6-BB63-4790-B0EF-E0CEE7021013}" type="presOf" srcId="{264F5E6B-25EC-48FF-9800-C1D6BB35EA73}" destId="{C0079FD1-188A-43A7-9161-6792051754F4}" srcOrd="0" destOrd="0" presId="urn:microsoft.com/office/officeart/2005/8/layout/hList7"/>
    <dgm:cxn modelId="{485AE752-F069-4CB2-8BB7-0DD2DD786160}" type="presParOf" srcId="{88589221-CB92-4FB5-9A83-D043F1F7F3DC}" destId="{0046B8BA-3ACB-4E54-97A8-1CD49438CE53}" srcOrd="0" destOrd="0" presId="urn:microsoft.com/office/officeart/2005/8/layout/hList7"/>
    <dgm:cxn modelId="{0203F92A-8938-49AC-8A9F-FD56751335DB}" type="presParOf" srcId="{88589221-CB92-4FB5-9A83-D043F1F7F3DC}" destId="{FEBB3CBC-755C-4620-806C-8768D3726759}" srcOrd="1" destOrd="0" presId="urn:microsoft.com/office/officeart/2005/8/layout/hList7"/>
    <dgm:cxn modelId="{F8ADA4E3-E13F-4848-BE38-136DE4DC1DEA}" type="presParOf" srcId="{FEBB3CBC-755C-4620-806C-8768D3726759}" destId="{274218B9-5750-4273-865B-3FDBA9F7B678}" srcOrd="0" destOrd="0" presId="urn:microsoft.com/office/officeart/2005/8/layout/hList7"/>
    <dgm:cxn modelId="{46A16D3C-8E15-4640-99A1-18C62EBB2659}" type="presParOf" srcId="{274218B9-5750-4273-865B-3FDBA9F7B678}" destId="{07B510A7-D269-4725-8C9B-C4B44AA96CC8}" srcOrd="0" destOrd="0" presId="urn:microsoft.com/office/officeart/2005/8/layout/hList7"/>
    <dgm:cxn modelId="{C7B2B924-1008-427A-89F2-3E02402D55E4}" type="presParOf" srcId="{274218B9-5750-4273-865B-3FDBA9F7B678}" destId="{E4438B06-8819-4BC6-AC3D-96CC0A5BFBE5}" srcOrd="1" destOrd="0" presId="urn:microsoft.com/office/officeart/2005/8/layout/hList7"/>
    <dgm:cxn modelId="{B9A62F23-AD41-44AB-AD3B-A4C161F446CF}" type="presParOf" srcId="{274218B9-5750-4273-865B-3FDBA9F7B678}" destId="{1EBCBCBF-57F6-46F3-9179-EF6E18A21F61}" srcOrd="2" destOrd="0" presId="urn:microsoft.com/office/officeart/2005/8/layout/hList7"/>
    <dgm:cxn modelId="{730FDE0B-79FC-4628-B27A-4058946C0421}" type="presParOf" srcId="{274218B9-5750-4273-865B-3FDBA9F7B678}" destId="{84024E89-3A3E-49E0-A29D-01F6CC2DB47D}" srcOrd="3" destOrd="0" presId="urn:microsoft.com/office/officeart/2005/8/layout/hList7"/>
    <dgm:cxn modelId="{7C27DD66-6E79-41FF-AEF7-B43164F9E84E}" type="presParOf" srcId="{FEBB3CBC-755C-4620-806C-8768D3726759}" destId="{A7D94946-D070-4790-BE99-D09422B0878E}" srcOrd="1" destOrd="0" presId="urn:microsoft.com/office/officeart/2005/8/layout/hList7"/>
    <dgm:cxn modelId="{FC1B5F80-2471-4A60-B194-307E8B14207F}" type="presParOf" srcId="{FEBB3CBC-755C-4620-806C-8768D3726759}" destId="{B11372AB-5A18-45C8-B250-CC57F62EAF83}" srcOrd="2" destOrd="0" presId="urn:microsoft.com/office/officeart/2005/8/layout/hList7"/>
    <dgm:cxn modelId="{DDF137F0-2C57-458E-ABB1-A4EDFFFC7357}" type="presParOf" srcId="{B11372AB-5A18-45C8-B250-CC57F62EAF83}" destId="{01F14A6F-B369-4D15-AE34-2E41C44F58C7}" srcOrd="0" destOrd="0" presId="urn:microsoft.com/office/officeart/2005/8/layout/hList7"/>
    <dgm:cxn modelId="{1C4D18D5-00B8-4782-BF43-4D987FE30941}" type="presParOf" srcId="{B11372AB-5A18-45C8-B250-CC57F62EAF83}" destId="{FA378C59-B2BA-471C-8DC7-EBF6CCB646A7}" srcOrd="1" destOrd="0" presId="urn:microsoft.com/office/officeart/2005/8/layout/hList7"/>
    <dgm:cxn modelId="{60676B68-9DD1-4E44-91DD-0CA00048C315}" type="presParOf" srcId="{B11372AB-5A18-45C8-B250-CC57F62EAF83}" destId="{B5A80081-72B2-4043-AA50-E7F4D93A8C4D}" srcOrd="2" destOrd="0" presId="urn:microsoft.com/office/officeart/2005/8/layout/hList7"/>
    <dgm:cxn modelId="{1F45B5E1-221E-43F8-BB03-BEF27559AF5C}" type="presParOf" srcId="{B11372AB-5A18-45C8-B250-CC57F62EAF83}" destId="{983FAD7C-A92F-4DFD-8937-404ACFFD6F44}" srcOrd="3" destOrd="0" presId="urn:microsoft.com/office/officeart/2005/8/layout/hList7"/>
    <dgm:cxn modelId="{0729EE16-0743-4024-8E97-85A014203CA5}" type="presParOf" srcId="{FEBB3CBC-755C-4620-806C-8768D3726759}" destId="{F08DC667-EFAC-44B0-8E67-93E1CB957D75}" srcOrd="3" destOrd="0" presId="urn:microsoft.com/office/officeart/2005/8/layout/hList7"/>
    <dgm:cxn modelId="{CD109738-28EE-4EA7-BCA4-84AC86B47E2A}" type="presParOf" srcId="{FEBB3CBC-755C-4620-806C-8768D3726759}" destId="{EB67B385-A01F-4138-B085-6CD43A867509}" srcOrd="4" destOrd="0" presId="urn:microsoft.com/office/officeart/2005/8/layout/hList7"/>
    <dgm:cxn modelId="{B9791DB5-E43B-4BF3-A329-1107F997FC27}" type="presParOf" srcId="{EB67B385-A01F-4138-B085-6CD43A867509}" destId="{6FD35D8F-31D1-4AEA-B9C7-BF8C2A43D7E1}" srcOrd="0" destOrd="0" presId="urn:microsoft.com/office/officeart/2005/8/layout/hList7"/>
    <dgm:cxn modelId="{17471978-400E-4F0A-87EF-184094059B1B}" type="presParOf" srcId="{EB67B385-A01F-4138-B085-6CD43A867509}" destId="{1E38A06B-6179-4065-A04F-1EE0D780F92D}" srcOrd="1" destOrd="0" presId="urn:microsoft.com/office/officeart/2005/8/layout/hList7"/>
    <dgm:cxn modelId="{37F398B5-D5C8-45E5-A338-175F82C70DD0}" type="presParOf" srcId="{EB67B385-A01F-4138-B085-6CD43A867509}" destId="{4283E2A5-DAD9-4C08-B53E-AD1341E895A7}" srcOrd="2" destOrd="0" presId="urn:microsoft.com/office/officeart/2005/8/layout/hList7"/>
    <dgm:cxn modelId="{AE2A4566-3C45-4C01-93C3-620D88A3E13E}" type="presParOf" srcId="{EB67B385-A01F-4138-B085-6CD43A867509}" destId="{5E71144E-269D-4021-861A-020DFA122DC6}" srcOrd="3" destOrd="0" presId="urn:microsoft.com/office/officeart/2005/8/layout/hList7"/>
    <dgm:cxn modelId="{938F0427-13A5-4281-BAB0-D25525E7D603}" type="presParOf" srcId="{FEBB3CBC-755C-4620-806C-8768D3726759}" destId="{C0079FD1-188A-43A7-9161-6792051754F4}" srcOrd="5" destOrd="0" presId="urn:microsoft.com/office/officeart/2005/8/layout/hList7"/>
    <dgm:cxn modelId="{FB855523-42F7-43A9-B718-480451964343}" type="presParOf" srcId="{FEBB3CBC-755C-4620-806C-8768D3726759}" destId="{CFF22A4D-F4D4-40B9-A19E-7ABADAE38D3C}" srcOrd="6" destOrd="0" presId="urn:microsoft.com/office/officeart/2005/8/layout/hList7"/>
    <dgm:cxn modelId="{C12EF091-3A97-43B1-B306-89C374AA66C2}" type="presParOf" srcId="{CFF22A4D-F4D4-40B9-A19E-7ABADAE38D3C}" destId="{D37D337C-51CF-402A-AA8C-7D42328CB824}" srcOrd="0" destOrd="0" presId="urn:microsoft.com/office/officeart/2005/8/layout/hList7"/>
    <dgm:cxn modelId="{43DAA473-AC78-45DB-9A73-E460E987FEF5}" type="presParOf" srcId="{CFF22A4D-F4D4-40B9-A19E-7ABADAE38D3C}" destId="{ABD70C9A-118C-4375-B46A-D63B38667F3C}" srcOrd="1" destOrd="0" presId="urn:microsoft.com/office/officeart/2005/8/layout/hList7"/>
    <dgm:cxn modelId="{7A14452D-4374-4AFB-A951-A2412AEC76E6}" type="presParOf" srcId="{CFF22A4D-F4D4-40B9-A19E-7ABADAE38D3C}" destId="{ADE0C17E-FDC5-4478-AA04-2A28DDA8118C}" srcOrd="2" destOrd="0" presId="urn:microsoft.com/office/officeart/2005/8/layout/hList7"/>
    <dgm:cxn modelId="{3776EDDD-4316-468E-8B41-D659D117032E}" type="presParOf" srcId="{CFF22A4D-F4D4-40B9-A19E-7ABADAE38D3C}" destId="{AF106B03-B4E5-478F-A03E-4CB8AB8D1386}" srcOrd="3" destOrd="0" presId="urn:microsoft.com/office/officeart/2005/8/layout/hList7"/>
    <dgm:cxn modelId="{8B398A86-0F02-412A-A49F-5638E1030316}" type="presParOf" srcId="{FEBB3CBC-755C-4620-806C-8768D3726759}" destId="{7717010F-5E08-4D00-9E28-73DADCE694FD}" srcOrd="7" destOrd="0" presId="urn:microsoft.com/office/officeart/2005/8/layout/hList7"/>
    <dgm:cxn modelId="{A1B6F773-409D-4430-A59E-D1604E825409}" type="presParOf" srcId="{FEBB3CBC-755C-4620-806C-8768D3726759}" destId="{80740C1E-64DC-405D-AF16-714E8F9DEDA5}" srcOrd="8" destOrd="0" presId="urn:microsoft.com/office/officeart/2005/8/layout/hList7"/>
    <dgm:cxn modelId="{E275E018-4A84-4155-BEEB-07FE99BE307E}" type="presParOf" srcId="{80740C1E-64DC-405D-AF16-714E8F9DEDA5}" destId="{2AD21465-8DCF-45BE-85BD-4485610858F8}" srcOrd="0" destOrd="0" presId="urn:microsoft.com/office/officeart/2005/8/layout/hList7"/>
    <dgm:cxn modelId="{83FCD91B-C07B-443C-BB79-A2C22D5B2388}" type="presParOf" srcId="{80740C1E-64DC-405D-AF16-714E8F9DEDA5}" destId="{81671C8F-07C8-437A-8ABB-EC0F0A6BC1CC}" srcOrd="1" destOrd="0" presId="urn:microsoft.com/office/officeart/2005/8/layout/hList7"/>
    <dgm:cxn modelId="{F9C53DB1-6602-4B25-AF50-6892A8197C1E}" type="presParOf" srcId="{80740C1E-64DC-405D-AF16-714E8F9DEDA5}" destId="{E68A05CB-FB8B-43A4-B2CD-D4279A831E4D}" srcOrd="2" destOrd="0" presId="urn:microsoft.com/office/officeart/2005/8/layout/hList7"/>
    <dgm:cxn modelId="{4BAA2F89-7BC2-485F-AA78-0A2C25CB8180}" type="presParOf" srcId="{80740C1E-64DC-405D-AF16-714E8F9DEDA5}" destId="{EEB44834-9426-4FC2-AC69-64BB7F993457}" srcOrd="3" destOrd="0" presId="urn:microsoft.com/office/officeart/2005/8/layout/hList7"/>
    <dgm:cxn modelId="{FA688241-BC9D-4D7C-845A-F1CFFD4FB5FF}" type="presParOf" srcId="{FEBB3CBC-755C-4620-806C-8768D3726759}" destId="{1A03F716-993A-4441-AD31-C83BEA21BBE5}" srcOrd="9" destOrd="0" presId="urn:microsoft.com/office/officeart/2005/8/layout/hList7"/>
    <dgm:cxn modelId="{46F8F1EF-A2A6-4F5E-A196-47260023955C}" type="presParOf" srcId="{FEBB3CBC-755C-4620-806C-8768D3726759}" destId="{3308B5F0-C04C-428B-A321-3B5C6D8D0770}" srcOrd="10" destOrd="0" presId="urn:microsoft.com/office/officeart/2005/8/layout/hList7"/>
    <dgm:cxn modelId="{6172EAAA-F2A2-49F1-8800-BD3C3805A45E}" type="presParOf" srcId="{3308B5F0-C04C-428B-A321-3B5C6D8D0770}" destId="{FB4A175B-F148-4458-90EC-EC2C1544541A}" srcOrd="0" destOrd="0" presId="urn:microsoft.com/office/officeart/2005/8/layout/hList7"/>
    <dgm:cxn modelId="{FB5357EE-A1F7-4C19-BCE0-6739CDAB3522}" type="presParOf" srcId="{3308B5F0-C04C-428B-A321-3B5C6D8D0770}" destId="{8ACC833A-FA2F-4CA3-BC0F-50400ED75730}" srcOrd="1" destOrd="0" presId="urn:microsoft.com/office/officeart/2005/8/layout/hList7"/>
    <dgm:cxn modelId="{644C2EF8-C0FB-4F2A-B5D6-EA4D875EC2AD}" type="presParOf" srcId="{3308B5F0-C04C-428B-A321-3B5C6D8D0770}" destId="{AE3C335B-63D7-4210-8C90-D137D7B44A8B}" srcOrd="2" destOrd="0" presId="urn:microsoft.com/office/officeart/2005/8/layout/hList7"/>
    <dgm:cxn modelId="{36C68741-3B5B-4945-87BE-AEF0317BE02D}" type="presParOf" srcId="{3308B5F0-C04C-428B-A321-3B5C6D8D0770}" destId="{D1782C45-D92D-41D5-B8CB-4B08056733AC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AA683A-FBDC-4221-B285-2EC741BF3B21}" type="doc">
      <dgm:prSet loTypeId="urn:microsoft.com/office/officeart/2005/8/layout/hierarchy1" loCatId="hierarchy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6AF244-A3D0-47B5-BC18-4369E1251793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120 test cases was created</a:t>
          </a:r>
        </a:p>
      </dgm:t>
    </dgm:pt>
    <dgm:pt modelId="{FCB697D0-7E68-43D5-AAB2-301EB64B8AB3}" type="parTrans" cxnId="{3DA3D64B-B331-4D79-9284-CED9806340A9}">
      <dgm:prSet/>
      <dgm:spPr/>
      <dgm:t>
        <a:bodyPr/>
        <a:lstStyle/>
        <a:p>
          <a:endParaRPr lang="en-US"/>
        </a:p>
      </dgm:t>
    </dgm:pt>
    <dgm:pt modelId="{82D71058-4000-4BDC-9DDF-2524CC0FFC00}" type="sibTrans" cxnId="{3DA3D64B-B331-4D79-9284-CED9806340A9}">
      <dgm:prSet/>
      <dgm:spPr/>
      <dgm:t>
        <a:bodyPr/>
        <a:lstStyle/>
        <a:p>
          <a:endParaRPr lang="en-US"/>
        </a:p>
      </dgm:t>
    </dgm:pt>
    <dgm:pt modelId="{4BF27D52-0D52-413D-9F6A-0F8CD6241F80}" type="pres">
      <dgm:prSet presAssocID="{95AA683A-FBDC-4221-B285-2EC741BF3B2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7A5700-39A4-4058-BE7C-43D711E8830B}" type="pres">
      <dgm:prSet presAssocID="{876AF244-A3D0-47B5-BC18-4369E1251793}" presName="hierRoot1" presStyleCnt="0"/>
      <dgm:spPr/>
    </dgm:pt>
    <dgm:pt modelId="{307A217E-5974-4998-82BB-C7166AB7FD02}" type="pres">
      <dgm:prSet presAssocID="{876AF244-A3D0-47B5-BC18-4369E1251793}" presName="composite" presStyleCnt="0"/>
      <dgm:spPr/>
    </dgm:pt>
    <dgm:pt modelId="{5C9C3211-0FF5-4891-AC76-C12C74425DC7}" type="pres">
      <dgm:prSet presAssocID="{876AF244-A3D0-47B5-BC18-4369E1251793}" presName="background" presStyleLbl="node0" presStyleIdx="0" presStyleCnt="1"/>
      <dgm:spPr/>
    </dgm:pt>
    <dgm:pt modelId="{F7D33DDA-8954-43E8-825C-DD25A2E066B1}" type="pres">
      <dgm:prSet presAssocID="{876AF244-A3D0-47B5-BC18-4369E1251793}" presName="text" presStyleLbl="fgAcc0" presStyleIdx="0" presStyleCnt="1" custLinFactNeighborX="15630" custLinFactNeighborY="-16700">
        <dgm:presLayoutVars>
          <dgm:chPref val="3"/>
        </dgm:presLayoutVars>
      </dgm:prSet>
      <dgm:spPr/>
    </dgm:pt>
    <dgm:pt modelId="{8B1CC43B-3815-42D1-83A4-88676394467E}" type="pres">
      <dgm:prSet presAssocID="{876AF244-A3D0-47B5-BC18-4369E1251793}" presName="hierChild2" presStyleCnt="0"/>
      <dgm:spPr/>
    </dgm:pt>
  </dgm:ptLst>
  <dgm:cxnLst>
    <dgm:cxn modelId="{E02CDB6A-F692-48DC-9CAC-202F6AAE8BE5}" type="presOf" srcId="{876AF244-A3D0-47B5-BC18-4369E1251793}" destId="{F7D33DDA-8954-43E8-825C-DD25A2E066B1}" srcOrd="0" destOrd="0" presId="urn:microsoft.com/office/officeart/2005/8/layout/hierarchy1"/>
    <dgm:cxn modelId="{3DA3D64B-B331-4D79-9284-CED9806340A9}" srcId="{95AA683A-FBDC-4221-B285-2EC741BF3B21}" destId="{876AF244-A3D0-47B5-BC18-4369E1251793}" srcOrd="0" destOrd="0" parTransId="{FCB697D0-7E68-43D5-AAB2-301EB64B8AB3}" sibTransId="{82D71058-4000-4BDC-9DDF-2524CC0FFC00}"/>
    <dgm:cxn modelId="{9DBBFC96-4A6B-4257-B271-B3031CF76FDE}" type="presOf" srcId="{95AA683A-FBDC-4221-B285-2EC741BF3B21}" destId="{4BF27D52-0D52-413D-9F6A-0F8CD6241F80}" srcOrd="0" destOrd="0" presId="urn:microsoft.com/office/officeart/2005/8/layout/hierarchy1"/>
    <dgm:cxn modelId="{9541325A-738C-48B1-A658-67DB16B2FCAD}" type="presParOf" srcId="{4BF27D52-0D52-413D-9F6A-0F8CD6241F80}" destId="{607A5700-39A4-4058-BE7C-43D711E8830B}" srcOrd="0" destOrd="0" presId="urn:microsoft.com/office/officeart/2005/8/layout/hierarchy1"/>
    <dgm:cxn modelId="{F7A7C4BC-95DA-4A66-9FAD-D57D6DC51F77}" type="presParOf" srcId="{607A5700-39A4-4058-BE7C-43D711E8830B}" destId="{307A217E-5974-4998-82BB-C7166AB7FD02}" srcOrd="0" destOrd="0" presId="urn:microsoft.com/office/officeart/2005/8/layout/hierarchy1"/>
    <dgm:cxn modelId="{399A01E6-CC9A-4146-A8F2-3550A7606858}" type="presParOf" srcId="{307A217E-5974-4998-82BB-C7166AB7FD02}" destId="{5C9C3211-0FF5-4891-AC76-C12C74425DC7}" srcOrd="0" destOrd="0" presId="urn:microsoft.com/office/officeart/2005/8/layout/hierarchy1"/>
    <dgm:cxn modelId="{005F2161-134C-40B1-8771-75AA4A361DA7}" type="presParOf" srcId="{307A217E-5974-4998-82BB-C7166AB7FD02}" destId="{F7D33DDA-8954-43E8-825C-DD25A2E066B1}" srcOrd="1" destOrd="0" presId="urn:microsoft.com/office/officeart/2005/8/layout/hierarchy1"/>
    <dgm:cxn modelId="{5500A234-98F1-4FCB-A184-040D9F59BB5A}" type="presParOf" srcId="{607A5700-39A4-4058-BE7C-43D711E8830B}" destId="{8B1CC43B-3815-42D1-83A4-88676394467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1EA8CB-4A39-4520-B1B0-4BF804AFC737}">
      <dsp:nvSpPr>
        <dsp:cNvPr id="0" name=""/>
        <dsp:cNvSpPr/>
      </dsp:nvSpPr>
      <dsp:spPr>
        <a:xfrm>
          <a:off x="23710" y="0"/>
          <a:ext cx="1784777" cy="2046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Inregistrare</a:t>
          </a:r>
        </a:p>
      </dsp:txBody>
      <dsp:txXfrm>
        <a:off x="23710" y="818605"/>
        <a:ext cx="1784777" cy="818605"/>
      </dsp:txXfrm>
    </dsp:sp>
    <dsp:sp modelId="{6C73803B-0081-4F19-8EC1-F19C3B6C70EC}">
      <dsp:nvSpPr>
        <dsp:cNvPr id="0" name=""/>
        <dsp:cNvSpPr/>
      </dsp:nvSpPr>
      <dsp:spPr>
        <a:xfrm>
          <a:off x="551778" y="122790"/>
          <a:ext cx="681488" cy="68148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1E32A-55A4-46DF-BF31-42C7DF26648C}">
      <dsp:nvSpPr>
        <dsp:cNvPr id="0" name=""/>
        <dsp:cNvSpPr/>
      </dsp:nvSpPr>
      <dsp:spPr>
        <a:xfrm>
          <a:off x="1838455" y="0"/>
          <a:ext cx="1784777" cy="2046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Autentificare</a:t>
          </a:r>
        </a:p>
      </dsp:txBody>
      <dsp:txXfrm>
        <a:off x="1838455" y="818605"/>
        <a:ext cx="1784777" cy="818605"/>
      </dsp:txXfrm>
    </dsp:sp>
    <dsp:sp modelId="{9A9A80FD-1A97-4380-ABE7-04E569591F55}">
      <dsp:nvSpPr>
        <dsp:cNvPr id="0" name=""/>
        <dsp:cNvSpPr/>
      </dsp:nvSpPr>
      <dsp:spPr>
        <a:xfrm>
          <a:off x="2390099" y="122790"/>
          <a:ext cx="681488" cy="68148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5917C7-D514-4A54-9F25-AE795F5BF6F2}">
      <dsp:nvSpPr>
        <dsp:cNvPr id="0" name=""/>
        <dsp:cNvSpPr/>
      </dsp:nvSpPr>
      <dsp:spPr>
        <a:xfrm>
          <a:off x="3663818" y="0"/>
          <a:ext cx="1784777" cy="2046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Contul meu</a:t>
          </a:r>
        </a:p>
      </dsp:txBody>
      <dsp:txXfrm>
        <a:off x="3663818" y="818605"/>
        <a:ext cx="1784777" cy="818605"/>
      </dsp:txXfrm>
    </dsp:sp>
    <dsp:sp modelId="{8E52BE22-90F4-42AD-BF96-0D7B0A0A6176}">
      <dsp:nvSpPr>
        <dsp:cNvPr id="0" name=""/>
        <dsp:cNvSpPr/>
      </dsp:nvSpPr>
      <dsp:spPr>
        <a:xfrm>
          <a:off x="4228420" y="122790"/>
          <a:ext cx="681488" cy="68148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2561F8-6551-455B-B288-7D00AAADDEAC}">
      <dsp:nvSpPr>
        <dsp:cNvPr id="0" name=""/>
        <dsp:cNvSpPr/>
      </dsp:nvSpPr>
      <dsp:spPr>
        <a:xfrm>
          <a:off x="5515097" y="0"/>
          <a:ext cx="1784777" cy="2046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Adauga in cos</a:t>
          </a:r>
        </a:p>
      </dsp:txBody>
      <dsp:txXfrm>
        <a:off x="5515097" y="818605"/>
        <a:ext cx="1784777" cy="818605"/>
      </dsp:txXfrm>
    </dsp:sp>
    <dsp:sp modelId="{D4EA1DB2-BA84-414D-8506-3FAF8311DF9C}">
      <dsp:nvSpPr>
        <dsp:cNvPr id="0" name=""/>
        <dsp:cNvSpPr/>
      </dsp:nvSpPr>
      <dsp:spPr>
        <a:xfrm>
          <a:off x="6066742" y="122790"/>
          <a:ext cx="681488" cy="681488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0E602-3497-4E6E-AC3F-E03B3F154751}">
      <dsp:nvSpPr>
        <dsp:cNvPr id="0" name=""/>
        <dsp:cNvSpPr/>
      </dsp:nvSpPr>
      <dsp:spPr>
        <a:xfrm>
          <a:off x="7380190" y="0"/>
          <a:ext cx="1784777" cy="2046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Cos</a:t>
          </a:r>
        </a:p>
      </dsp:txBody>
      <dsp:txXfrm>
        <a:off x="7380190" y="818605"/>
        <a:ext cx="1784777" cy="818605"/>
      </dsp:txXfrm>
    </dsp:sp>
    <dsp:sp modelId="{8DB4E806-4EF4-40DA-B674-BF1ADB934E71}">
      <dsp:nvSpPr>
        <dsp:cNvPr id="0" name=""/>
        <dsp:cNvSpPr/>
      </dsp:nvSpPr>
      <dsp:spPr>
        <a:xfrm>
          <a:off x="7905063" y="122790"/>
          <a:ext cx="681488" cy="681488"/>
        </a:xfrm>
        <a:prstGeom prst="ellipse">
          <a:avLst/>
        </a:prstGeom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C4CD1-B9C1-4074-9245-F129DCD7D181}">
      <dsp:nvSpPr>
        <dsp:cNvPr id="0" name=""/>
        <dsp:cNvSpPr/>
      </dsp:nvSpPr>
      <dsp:spPr>
        <a:xfrm>
          <a:off x="9191740" y="0"/>
          <a:ext cx="1784777" cy="2046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Check out</a:t>
          </a:r>
        </a:p>
      </dsp:txBody>
      <dsp:txXfrm>
        <a:off x="9191740" y="818605"/>
        <a:ext cx="1784777" cy="818605"/>
      </dsp:txXfrm>
    </dsp:sp>
    <dsp:sp modelId="{837CF0E2-2623-4D18-9BC3-73ED266B0F93}">
      <dsp:nvSpPr>
        <dsp:cNvPr id="0" name=""/>
        <dsp:cNvSpPr/>
      </dsp:nvSpPr>
      <dsp:spPr>
        <a:xfrm>
          <a:off x="9743384" y="122790"/>
          <a:ext cx="681488" cy="681488"/>
        </a:xfrm>
        <a:prstGeom prst="ellipse">
          <a:avLst/>
        </a:prstGeom>
        <a:blipFill rotWithShape="1"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1929D-2524-4190-BDDF-43EE542E2FAD}">
      <dsp:nvSpPr>
        <dsp:cNvPr id="0" name=""/>
        <dsp:cNvSpPr/>
      </dsp:nvSpPr>
      <dsp:spPr>
        <a:xfrm>
          <a:off x="439066" y="1637210"/>
          <a:ext cx="10098519" cy="306976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715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510A7-D269-4725-8C9B-C4B44AA96CC8}">
      <dsp:nvSpPr>
        <dsp:cNvPr id="0" name=""/>
        <dsp:cNvSpPr/>
      </dsp:nvSpPr>
      <dsp:spPr>
        <a:xfrm>
          <a:off x="7274" y="0"/>
          <a:ext cx="1772014" cy="17728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Homepage</a:t>
          </a:r>
        </a:p>
      </dsp:txBody>
      <dsp:txXfrm>
        <a:off x="7274" y="709126"/>
        <a:ext cx="1772014" cy="709126"/>
      </dsp:txXfrm>
    </dsp:sp>
    <dsp:sp modelId="{84024E89-3A3E-49E0-A29D-01F6CC2DB47D}">
      <dsp:nvSpPr>
        <dsp:cNvPr id="0" name=""/>
        <dsp:cNvSpPr/>
      </dsp:nvSpPr>
      <dsp:spPr>
        <a:xfrm>
          <a:off x="590966" y="106368"/>
          <a:ext cx="590347" cy="59034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14A6F-B369-4D15-AE34-2E41C44F58C7}">
      <dsp:nvSpPr>
        <dsp:cNvPr id="0" name=""/>
        <dsp:cNvSpPr/>
      </dsp:nvSpPr>
      <dsp:spPr>
        <a:xfrm>
          <a:off x="1825307" y="0"/>
          <a:ext cx="1772014" cy="17728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Compatibility Testing</a:t>
          </a:r>
        </a:p>
      </dsp:txBody>
      <dsp:txXfrm>
        <a:off x="1825307" y="709126"/>
        <a:ext cx="1772014" cy="709126"/>
      </dsp:txXfrm>
    </dsp:sp>
    <dsp:sp modelId="{983FAD7C-A92F-4DFD-8937-404ACFFD6F44}">
      <dsp:nvSpPr>
        <dsp:cNvPr id="0" name=""/>
        <dsp:cNvSpPr/>
      </dsp:nvSpPr>
      <dsp:spPr>
        <a:xfrm>
          <a:off x="2416141" y="106368"/>
          <a:ext cx="590347" cy="59034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35D8F-31D1-4AEA-B9C7-BF8C2A43D7E1}">
      <dsp:nvSpPr>
        <dsp:cNvPr id="0" name=""/>
        <dsp:cNvSpPr/>
      </dsp:nvSpPr>
      <dsp:spPr>
        <a:xfrm>
          <a:off x="3650482" y="0"/>
          <a:ext cx="1772014" cy="17728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Interruption Testing</a:t>
          </a:r>
        </a:p>
      </dsp:txBody>
      <dsp:txXfrm>
        <a:off x="3650482" y="709126"/>
        <a:ext cx="1772014" cy="709126"/>
      </dsp:txXfrm>
    </dsp:sp>
    <dsp:sp modelId="{5E71144E-269D-4021-861A-020DFA122DC6}">
      <dsp:nvSpPr>
        <dsp:cNvPr id="0" name=""/>
        <dsp:cNvSpPr/>
      </dsp:nvSpPr>
      <dsp:spPr>
        <a:xfrm>
          <a:off x="4241315" y="106368"/>
          <a:ext cx="590347" cy="59034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D337C-51CF-402A-AA8C-7D42328CB824}">
      <dsp:nvSpPr>
        <dsp:cNvPr id="0" name=""/>
        <dsp:cNvSpPr/>
      </dsp:nvSpPr>
      <dsp:spPr>
        <a:xfrm>
          <a:off x="5475657" y="0"/>
          <a:ext cx="1772014" cy="17728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Performance Testing</a:t>
          </a:r>
        </a:p>
      </dsp:txBody>
      <dsp:txXfrm>
        <a:off x="5475657" y="709126"/>
        <a:ext cx="1772014" cy="709126"/>
      </dsp:txXfrm>
    </dsp:sp>
    <dsp:sp modelId="{AF106B03-B4E5-478F-A03E-4CB8AB8D1386}">
      <dsp:nvSpPr>
        <dsp:cNvPr id="0" name=""/>
        <dsp:cNvSpPr/>
      </dsp:nvSpPr>
      <dsp:spPr>
        <a:xfrm>
          <a:off x="6066490" y="106368"/>
          <a:ext cx="590347" cy="590347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D21465-8DCF-45BE-85BD-4485610858F8}">
      <dsp:nvSpPr>
        <dsp:cNvPr id="0" name=""/>
        <dsp:cNvSpPr/>
      </dsp:nvSpPr>
      <dsp:spPr>
        <a:xfrm>
          <a:off x="7300831" y="0"/>
          <a:ext cx="1772014" cy="17728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Smoke Testing</a:t>
          </a:r>
        </a:p>
      </dsp:txBody>
      <dsp:txXfrm>
        <a:off x="7300831" y="709126"/>
        <a:ext cx="1772014" cy="709126"/>
      </dsp:txXfrm>
    </dsp:sp>
    <dsp:sp modelId="{EEB44834-9426-4FC2-AC69-64BB7F993457}">
      <dsp:nvSpPr>
        <dsp:cNvPr id="0" name=""/>
        <dsp:cNvSpPr/>
      </dsp:nvSpPr>
      <dsp:spPr>
        <a:xfrm>
          <a:off x="7891665" y="106368"/>
          <a:ext cx="590347" cy="590347"/>
        </a:xfrm>
        <a:prstGeom prst="ellipse">
          <a:avLst/>
        </a:prstGeom>
        <a:blipFill rotWithShape="1"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A175B-F148-4458-90EC-EC2C1544541A}">
      <dsp:nvSpPr>
        <dsp:cNvPr id="0" name=""/>
        <dsp:cNvSpPr/>
      </dsp:nvSpPr>
      <dsp:spPr>
        <a:xfrm>
          <a:off x="9126006" y="0"/>
          <a:ext cx="1772014" cy="17728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Mobile app</a:t>
          </a:r>
        </a:p>
      </dsp:txBody>
      <dsp:txXfrm>
        <a:off x="9126006" y="709126"/>
        <a:ext cx="1772014" cy="709126"/>
      </dsp:txXfrm>
    </dsp:sp>
    <dsp:sp modelId="{D1782C45-D92D-41D5-B8CB-4B08056733AC}">
      <dsp:nvSpPr>
        <dsp:cNvPr id="0" name=""/>
        <dsp:cNvSpPr/>
      </dsp:nvSpPr>
      <dsp:spPr>
        <a:xfrm>
          <a:off x="9716840" y="106368"/>
          <a:ext cx="590347" cy="590347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5715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6B8BA-3ACB-4E54-97A8-1CD49438CE53}">
      <dsp:nvSpPr>
        <dsp:cNvPr id="0" name=""/>
        <dsp:cNvSpPr/>
      </dsp:nvSpPr>
      <dsp:spPr>
        <a:xfrm>
          <a:off x="435926" y="1418252"/>
          <a:ext cx="10026301" cy="265922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715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C3211-0FF5-4891-AC76-C12C74425DC7}">
      <dsp:nvSpPr>
        <dsp:cNvPr id="0" name=""/>
        <dsp:cNvSpPr/>
      </dsp:nvSpPr>
      <dsp:spPr>
        <a:xfrm>
          <a:off x="984478" y="-209243"/>
          <a:ext cx="1982308" cy="12587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33DDA-8954-43E8-825C-DD25A2E066B1}">
      <dsp:nvSpPr>
        <dsp:cNvPr id="0" name=""/>
        <dsp:cNvSpPr/>
      </dsp:nvSpPr>
      <dsp:spPr>
        <a:xfrm>
          <a:off x="1204734" y="0"/>
          <a:ext cx="1982308" cy="12587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cap="none" spc="0" dirty="0">
              <a:ln w="0"/>
              <a:solidFill>
                <a:schemeClr val="tx1"/>
              </a:solidFill>
              <a:effectLst>
                <a:reflection blurRad="6350" stA="53000" endA="300" endPos="35500" dir="5400000" sy="-90000" algn="bl" rotWithShape="0"/>
              </a:effectLst>
            </a:rPr>
            <a:t>120 test cases was created</a:t>
          </a:r>
        </a:p>
      </dsp:txBody>
      <dsp:txXfrm>
        <a:off x="1241602" y="36868"/>
        <a:ext cx="1908572" cy="1185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0.51065</cdr:x>
      <cdr:y>0.43447</cdr:y>
    </cdr:from>
    <cdr:to>
      <cdr:x>0.72725</cdr:x>
      <cdr:y>0.61893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22E5502-C6F6-4D06-A71E-E46007366BF0}"/>
            </a:ext>
          </a:extLst>
        </cdr:cNvPr>
        <cdr:cNvSpPr txBox="1"/>
      </cdr:nvSpPr>
      <cdr:spPr>
        <a:xfrm xmlns:a="http://schemas.openxmlformats.org/drawingml/2006/main">
          <a:off x="1548906" y="1113453"/>
          <a:ext cx="656997" cy="47275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dirty="0"/>
            <a:t>Total:120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BFEAD-7234-49F8-B368-764CBFD17FCF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A44AA-9036-41A6-80F1-9F9B6B28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37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A44AA-9036-41A6-80F1-9F9B6B2881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59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8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64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8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60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16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79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73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25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37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2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71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174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07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238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985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114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17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11/11/2023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74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tikal.r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C4D6-251D-453F-9548-5393F1AE6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2428" y="1473199"/>
            <a:ext cx="8574622" cy="2616199"/>
          </a:xfrm>
        </p:spPr>
        <p:txBody>
          <a:bodyPr/>
          <a:lstStyle/>
          <a:p>
            <a:r>
              <a:rPr lang="en-US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Testing Web Application “Tikal Academy</a:t>
            </a:r>
            <a:r>
              <a:rPr lang="en-US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6FD5A-0F23-4B68-A37D-963100E63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3996266"/>
            <a:ext cx="7527333" cy="2861733"/>
          </a:xfrm>
        </p:spPr>
        <p:txBody>
          <a:bodyPr>
            <a:normAutofit/>
          </a:bodyPr>
          <a:lstStyle/>
          <a:p>
            <a:r>
              <a:rPr lang="en-US" sz="2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Final Project</a:t>
            </a:r>
          </a:p>
          <a:p>
            <a:endParaRPr lang="en-US" sz="2800" b="1" i="1" dirty="0"/>
          </a:p>
          <a:p>
            <a:endParaRPr lang="en-US" sz="2800" b="1" dirty="0"/>
          </a:p>
          <a:p>
            <a:r>
              <a:rPr lang="en-US" sz="2800" b="1" dirty="0"/>
              <a:t> </a:t>
            </a:r>
            <a:r>
              <a:rPr lang="en-US" sz="2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Virlan Alexandru </a:t>
            </a:r>
            <a:r>
              <a:rPr lang="en-US" sz="2400" i="1" dirty="0" err="1">
                <a:ln w="0"/>
                <a:effectLst>
                  <a:reflection blurRad="6350" stA="53000" endA="300" endPos="35500" dir="5400000" sy="-90000" algn="bl" rotWithShape="0"/>
                </a:effectLst>
              </a:rPr>
              <a:t>Ionut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29264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875D-788E-400B-AC24-9FC82266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0"/>
            <a:ext cx="10018711" cy="964163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- Agenda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B340A-A27D-46A5-807F-3F97E1BA1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8327" y="1654629"/>
            <a:ext cx="6618514" cy="4540897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Application description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Testing approach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Tools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Testing types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Test cases overview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Test case results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Test Link overview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Bug Report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Conclusion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i="1" dirty="0"/>
              <a:t>Lessons learned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91369-ACEA-4EF7-AB71-C4E8E7F0C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352" y="4992827"/>
            <a:ext cx="3312340" cy="16256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47679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94C1-EB15-411A-986A-28F85F26F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281403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-Web Application-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4BA3E-40C3-43AD-8DEF-638CD539B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586204"/>
            <a:ext cx="10018713" cy="245706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i="1" u="sng" dirty="0">
                <a:hlinkClick r:id="rId2"/>
              </a:rPr>
              <a:t>Tikal Academy </a:t>
            </a:r>
            <a:endParaRPr lang="en-US" i="1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Web and mobile application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A website that provides </a:t>
            </a:r>
            <a:r>
              <a:rPr lang="en-GB" i="1" dirty="0"/>
              <a:t>smart techniques and methods for professionals and companies aiming to </a:t>
            </a:r>
            <a:r>
              <a:rPr lang="en-US" i="1" dirty="0"/>
              <a:t>progress</a:t>
            </a:r>
            <a:r>
              <a:rPr lang="en-GB" i="1" dirty="0"/>
              <a:t>. Tikal Academy is about performance, evolution, and stability."</a:t>
            </a:r>
            <a:endParaRPr lang="en-US" i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F57D19-5AC2-41B7-8DDB-FB1E3DF3F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958" y="4473985"/>
            <a:ext cx="3673417" cy="17200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3017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6E51-366B-4226-9371-3155AD2A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6219"/>
            <a:ext cx="10018713" cy="1250302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-Testing Approach-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66D3D-372A-450C-A8A7-6FC7EDF68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445343"/>
            <a:ext cx="10018713" cy="43458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Agile methodology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Exploratory Testing for main functionalities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Component Testing, Integration Testing, System Integration Testing, Performance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Write Test cases and execute them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Focus on the area where bugs were identified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Write Test Report and Test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1933B-7004-4B69-AC12-49656301D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222" y="4151626"/>
            <a:ext cx="4379606" cy="23953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6838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AA83-16D8-4B15-A6AB-D72AD5922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287624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-Tools Used-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A962D-93BF-4559-B39F-9639E9FC5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2506" y="1586203"/>
            <a:ext cx="10190517" cy="444137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TestLink – for test case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Mantis Bug Tracker – for bug reporting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JMeter – for performance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Snipping Tool – for screenshots capture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Desktop: AMD Ryzen 5 5600x, 4Ghz, 32Gb RAM, AMD Radeon RX 6800 16Gb, Windows 10 Home 64-bit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Laptop: AMD Ryzen 5 4600H, 3Ghz, 16Gg RAM, Nvidia GeForce GTX 1650 TI, Windows 10 Pro  64-bit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Mobile devices: iPhone 13 ProMax, iPhone 14 ProMax, iPad 8, Samsung 22 Ultra, Samsung Galaxy Tab E,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Samsung Galaxy A12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i="1" dirty="0"/>
              <a:t>Web Browser’s: Safari, Google Chrome, Firefox, Microsoft Edge, Opera, Vivaldi, Chromium, Midori, Falkon, Brave Browser, Pale Moon Browser"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B69070-CE88-49EC-8D75-328EA340C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5339" y="140556"/>
            <a:ext cx="2654793" cy="27325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6303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6BC2-6835-43D6-87E3-5F9EA4AF3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331166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-Testing Types-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3ED40-47CB-4852-BB47-C7CD593AD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97511"/>
            <a:ext cx="10018713" cy="397469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  Exploratory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  Functional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  Usability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  Smoke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  Compatibility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  Cross-browser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  UI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  Usability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/>
              <a:t>  Performance Testing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9C99B9-DE74-4B4D-9C2F-5CF1FC081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149" y="4030824"/>
            <a:ext cx="4511076" cy="25255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3564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4824-9394-44AE-AA5B-A9268F1FE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914400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-Test cases overview-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876B2D-8C6D-45BD-8D25-CAE8C2F9F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1754292"/>
              </p:ext>
            </p:extLst>
          </p:nvPr>
        </p:nvGraphicFramePr>
        <p:xfrm>
          <a:off x="1107234" y="1492899"/>
          <a:ext cx="10976652" cy="2046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E868AE6-8DC6-41E7-8FB1-51865722D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4340941"/>
              </p:ext>
            </p:extLst>
          </p:nvPr>
        </p:nvGraphicFramePr>
        <p:xfrm>
          <a:off x="1107234" y="3750907"/>
          <a:ext cx="10898154" cy="1772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5CFBAD7-0D79-4C5E-9648-1FED708455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2789108"/>
              </p:ext>
            </p:extLst>
          </p:nvPr>
        </p:nvGraphicFramePr>
        <p:xfrm>
          <a:off x="1188099" y="5389981"/>
          <a:ext cx="3551852" cy="1468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86663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  <p:bldGraphic spid="6" grpId="0">
        <p:bldAsOne/>
      </p:bldGraphic>
      <p:bldGraphic spid="9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7145-DEE5-4779-97BF-F878BB46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150776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-Test cases results-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0018D9-329E-4B01-B1F1-32487E492D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731493"/>
              </p:ext>
            </p:extLst>
          </p:nvPr>
        </p:nvGraphicFramePr>
        <p:xfrm>
          <a:off x="2010437" y="584719"/>
          <a:ext cx="9721252" cy="3091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F223C46-EF08-455D-BADC-CE82E655B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6140777"/>
              </p:ext>
            </p:extLst>
          </p:nvPr>
        </p:nvGraphicFramePr>
        <p:xfrm>
          <a:off x="2010438" y="3489648"/>
          <a:ext cx="8171125" cy="3203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1817394-0462-49D7-B3B6-668FE06EE9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4773258"/>
              </p:ext>
            </p:extLst>
          </p:nvPr>
        </p:nvGraphicFramePr>
        <p:xfrm>
          <a:off x="9191080" y="0"/>
          <a:ext cx="3033217" cy="2562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980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  <p:bldGraphic spid="9" grpId="0">
        <p:bldAsOne/>
      </p:bldGraphic>
      <p:bldGraphic spid="16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41D6-A6E0-4AE9-AF09-444E1EB3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82551"/>
            <a:ext cx="10018713" cy="1009650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-“TestLink” overview 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2EF1D3-BE99-43DF-B25B-612E9EC1D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450" y="1803400"/>
            <a:ext cx="10727223" cy="348614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47028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7D9A-215A-4EDB-94B6-9400F2AA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894665"/>
          </a:xfrm>
        </p:spPr>
        <p:txBody>
          <a:bodyPr>
            <a:no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-Bug report overview-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390C933-0D96-47C5-8C4F-FD8D5B871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041324"/>
              </p:ext>
            </p:extLst>
          </p:nvPr>
        </p:nvGraphicFramePr>
        <p:xfrm>
          <a:off x="6786465" y="1418253"/>
          <a:ext cx="5113175" cy="5439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5A10316-C755-41F2-B8DA-C53913D570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1385686"/>
              </p:ext>
            </p:extLst>
          </p:nvPr>
        </p:nvGraphicFramePr>
        <p:xfrm>
          <a:off x="1868272" y="1355154"/>
          <a:ext cx="4370798" cy="4783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2829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  <p:bldGraphic spid="19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80EC-1BF5-46B7-A852-E50A4F8BB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0"/>
            <a:ext cx="10018711" cy="964163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6CFDC-976C-495A-9DF8-675FE60B2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1" y="1673291"/>
            <a:ext cx="10664145" cy="5274906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i="1" dirty="0">
                <a:solidFill>
                  <a:srgbClr val="374151"/>
                </a:solidFill>
              </a:rPr>
              <a:t>   A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comprehensive examination of the website's functionality was carried out through the execution of </a:t>
            </a:r>
            <a:r>
              <a:rPr lang="en-GB" b="1" i="1" dirty="0">
                <a:solidFill>
                  <a:srgbClr val="374151"/>
                </a:solidFill>
                <a:effectLst/>
              </a:rPr>
              <a:t>120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test cases, which revealed a commendable success rate with </a:t>
            </a:r>
            <a:r>
              <a:rPr lang="en-GB" b="1" i="1" dirty="0">
                <a:solidFill>
                  <a:srgbClr val="374151"/>
                </a:solidFill>
                <a:effectLst/>
              </a:rPr>
              <a:t>106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test cases passing and only </a:t>
            </a:r>
            <a:r>
              <a:rPr lang="en-GB" b="1" i="1" dirty="0">
                <a:solidFill>
                  <a:srgbClr val="374151"/>
                </a:solidFill>
                <a:effectLst/>
              </a:rPr>
              <a:t>14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encountering failure.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b="0" i="1" dirty="0">
                <a:solidFill>
                  <a:srgbClr val="374151"/>
                </a:solidFill>
                <a:effectLst/>
              </a:rPr>
              <a:t>  These test cases, coupled with the rigorous application of Exploratory and Negative Testing, identified a total of </a:t>
            </a:r>
            <a:r>
              <a:rPr lang="en-GB" b="1" i="1" dirty="0">
                <a:solidFill>
                  <a:srgbClr val="374151"/>
                </a:solidFill>
                <a:effectLst/>
              </a:rPr>
              <a:t>14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bugs, spanning different severity levels, including </a:t>
            </a:r>
            <a:r>
              <a:rPr lang="en-GB" b="1" i="1" dirty="0">
                <a:solidFill>
                  <a:srgbClr val="374151"/>
                </a:solidFill>
                <a:effectLst/>
              </a:rPr>
              <a:t>8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normal, </a:t>
            </a:r>
            <a:r>
              <a:rPr lang="en-GB" b="1" i="1" dirty="0">
                <a:solidFill>
                  <a:srgbClr val="374151"/>
                </a:solidFill>
                <a:effectLst/>
              </a:rPr>
              <a:t>1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minor, </a:t>
            </a:r>
            <a:r>
              <a:rPr lang="en-GB" b="1" i="1" dirty="0">
                <a:solidFill>
                  <a:srgbClr val="374151"/>
                </a:solidFill>
                <a:effectLst/>
              </a:rPr>
              <a:t>1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critical, </a:t>
            </a:r>
            <a:r>
              <a:rPr lang="en-GB" b="1" i="1" dirty="0">
                <a:solidFill>
                  <a:srgbClr val="374151"/>
                </a:solidFill>
                <a:effectLst/>
              </a:rPr>
              <a:t>1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major, and </a:t>
            </a:r>
            <a:r>
              <a:rPr lang="en-GB" b="1" i="1" dirty="0">
                <a:solidFill>
                  <a:srgbClr val="374151"/>
                </a:solidFill>
                <a:effectLst/>
              </a:rPr>
              <a:t>3</a:t>
            </a:r>
            <a:r>
              <a:rPr lang="en-GB" b="0" i="1" dirty="0">
                <a:solidFill>
                  <a:srgbClr val="374151"/>
                </a:solidFill>
                <a:effectLst/>
              </a:rPr>
              <a:t> blocker issues.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i="1" dirty="0">
                <a:solidFill>
                  <a:srgbClr val="374151"/>
                </a:solidFill>
              </a:rPr>
              <a:t>   </a:t>
            </a:r>
            <a:r>
              <a:rPr lang="en-GB" b="0" i="1" dirty="0">
                <a:solidFill>
                  <a:srgbClr val="374151"/>
                </a:solidFill>
                <a:effectLst/>
              </a:rPr>
              <a:t>Furthermore, the imperative requirement for Performance Testing was demonstrated to assess the application's load time effectively.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i="1" dirty="0">
                <a:solidFill>
                  <a:srgbClr val="374151"/>
                </a:solidFill>
              </a:rPr>
              <a:t>  A </a:t>
            </a:r>
            <a:r>
              <a:rPr lang="en-GB" b="0" i="1" dirty="0">
                <a:solidFill>
                  <a:srgbClr val="374151"/>
                </a:solidFill>
                <a:effectLst/>
              </a:rPr>
              <a:t>diversity of data type was used during testing : Valid data, Invalid data, No data, and Boundary data . It is evident that addressing at least the blocker and major bugs is highly recommended to enhance the overall stability and functionality of the website. </a:t>
            </a:r>
            <a:endParaRPr lang="en-US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7C7347-9DFA-440C-8786-4DF057128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548" y="0"/>
            <a:ext cx="3130237" cy="2007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2052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C23F-0172-4595-8D2E-00B4ACB80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0"/>
            <a:ext cx="10018711" cy="1007706"/>
          </a:xfrm>
        </p:spPr>
        <p:txBody>
          <a:bodyPr>
            <a:normAutofit/>
          </a:bodyPr>
          <a:lstStyle/>
          <a:p>
            <a:r>
              <a:rPr lang="en-US" sz="5400" i="1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C557C-CBA3-4BB0-A9E3-909838324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071397"/>
            <a:ext cx="10664145" cy="3334138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b="0" i="1" dirty="0">
                <a:solidFill>
                  <a:srgbClr val="374151"/>
                </a:solidFill>
                <a:effectLst/>
              </a:rPr>
              <a:t>  The key lesson learned from this rigorous testing and bug identification process is the critical importance of thorough and diverse testing approaches in ensuring the quality and functionality of a website.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b="0" i="1" dirty="0">
                <a:solidFill>
                  <a:srgbClr val="374151"/>
                </a:solidFill>
                <a:effectLst/>
              </a:rPr>
              <a:t>  The use of 120 test cases, combined with Exploratory and Negative Testing, allowed for a comprehensive evaluation of the website's functionality. It revealed not only the strengths with a commendable success rate but also uncovered vulnerabilities in the form of 14 identified bugs of varying severity.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b="0" i="1" dirty="0">
                <a:solidFill>
                  <a:srgbClr val="374151"/>
                </a:solidFill>
                <a:effectLst/>
              </a:rPr>
              <a:t>  This experience reinforces the ongoing need for improvement and refinement in web development and quality assurance, emphasizing that constant vigilance and a commitment to quality are essential in maintaining a successful web application.</a:t>
            </a:r>
          </a:p>
          <a:p>
            <a:endParaRPr lang="en-US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9081BD-B495-4AC7-B5BF-34C7540CF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982" y="-56448"/>
            <a:ext cx="2927935" cy="19247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B85E13-D823-413D-A55F-C84EC7C58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05" y="4939005"/>
            <a:ext cx="3124026" cy="17572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9661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AFAA-EF3A-41F2-B2BA-27DFE69A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ADD5F-C584-45E8-92F5-46FC5397C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251401-1BA8-47EF-89A6-236920468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985" y="-46994"/>
            <a:ext cx="3956178" cy="15799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3067B5-F1DA-42F1-92AA-A6F3B81BF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793" y="2265784"/>
            <a:ext cx="6749142" cy="18341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C1CEC9-46E1-4517-A74E-70D9AF776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155" y="4467130"/>
            <a:ext cx="3202733" cy="22633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4491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727</TotalTime>
  <Words>613</Words>
  <Application>Microsoft Office PowerPoint</Application>
  <PresentationFormat>Widescreen</PresentationFormat>
  <Paragraphs>85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Corbel</vt:lpstr>
      <vt:lpstr>Wingdings</vt:lpstr>
      <vt:lpstr>Parallax</vt:lpstr>
      <vt:lpstr>Testing Web Application “Tikal Academy”</vt:lpstr>
      <vt:lpstr>- Agenda -</vt:lpstr>
      <vt:lpstr>-Web Application-</vt:lpstr>
      <vt:lpstr>-Testing Approach-</vt:lpstr>
      <vt:lpstr>-Tools Used-</vt:lpstr>
      <vt:lpstr>-Testing Types-</vt:lpstr>
      <vt:lpstr>-Test cases overview-</vt:lpstr>
      <vt:lpstr>-Test cases results-</vt:lpstr>
      <vt:lpstr>-“TestLink” overview -</vt:lpstr>
      <vt:lpstr>-Bug report overview-</vt:lpstr>
      <vt:lpstr> 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Web Application “Tikal Academy”</dc:title>
  <dc:creator>Alexandru Virlan</dc:creator>
  <cp:lastModifiedBy>Alexandru Virlan</cp:lastModifiedBy>
  <cp:revision>58</cp:revision>
  <dcterms:created xsi:type="dcterms:W3CDTF">2023-10-27T17:20:48Z</dcterms:created>
  <dcterms:modified xsi:type="dcterms:W3CDTF">2023-11-11T09:12:19Z</dcterms:modified>
</cp:coreProperties>
</file>